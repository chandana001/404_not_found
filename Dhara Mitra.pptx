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4"/>
  </p:sldMasterIdLst>
  <p:notesMasterIdLst>
    <p:notesMasterId r:id="rId16"/>
  </p:notesMasterIdLst>
  <p:sldIdLst>
    <p:sldId id="316" r:id="rId5"/>
    <p:sldId id="311" r:id="rId6"/>
    <p:sldId id="312" r:id="rId7"/>
    <p:sldId id="317" r:id="rId8"/>
    <p:sldId id="313" r:id="rId9"/>
    <p:sldId id="318" r:id="rId10"/>
    <p:sldId id="319" r:id="rId11"/>
    <p:sldId id="304" r:id="rId12"/>
    <p:sldId id="305" r:id="rId13"/>
    <p:sldId id="315" r:id="rId14"/>
    <p:sldId id="30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830360-A8CB-4ECF-0DFB-DEA9CD7D2208}" v="300" dt="2025-11-14T15:25:18.9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95226" autoAdjust="0"/>
  </p:normalViewPr>
  <p:slideViewPr>
    <p:cSldViewPr snapToGrid="0">
      <p:cViewPr>
        <p:scale>
          <a:sx n="100" d="100"/>
          <a:sy n="100" d="100"/>
        </p:scale>
        <p:origin x="-542" y="-494"/>
      </p:cViewPr>
      <p:guideLst/>
    </p:cSldViewPr>
  </p:slideViewPr>
  <p:outlineViewPr>
    <p:cViewPr>
      <p:scale>
        <a:sx n="33" d="100"/>
        <a:sy n="33" d="100"/>
      </p:scale>
      <p:origin x="0" y="-318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parna Kini" userId="S::aparna.kini@nuvo.ai::ebbd55b2-4121-4f85-bc17-66c28d3fc3d2" providerId="AD" clId="Web-{A1830360-A8CB-4ECF-0DFB-DEA9CD7D2208}"/>
    <pc:docChg chg="addSld delSld modSld sldOrd modMainMaster">
      <pc:chgData name="Aparna Kini" userId="S::aparna.kini@nuvo.ai::ebbd55b2-4121-4f85-bc17-66c28d3fc3d2" providerId="AD" clId="Web-{A1830360-A8CB-4ECF-0DFB-DEA9CD7D2208}" dt="2025-11-14T15:25:18.944" v="302"/>
      <pc:docMkLst>
        <pc:docMk/>
      </pc:docMkLst>
      <pc:sldChg chg="del">
        <pc:chgData name="Aparna Kini" userId="S::aparna.kini@nuvo.ai::ebbd55b2-4121-4f85-bc17-66c28d3fc3d2" providerId="AD" clId="Web-{A1830360-A8CB-4ECF-0DFB-DEA9CD7D2208}" dt="2025-11-14T15:21:25.755" v="266"/>
        <pc:sldMkLst>
          <pc:docMk/>
          <pc:sldMk cId="277827655" sldId="295"/>
        </pc:sldMkLst>
      </pc:sldChg>
      <pc:sldChg chg="del">
        <pc:chgData name="Aparna Kini" userId="S::aparna.kini@nuvo.ai::ebbd55b2-4121-4f85-bc17-66c28d3fc3d2" providerId="AD" clId="Web-{A1830360-A8CB-4ECF-0DFB-DEA9CD7D2208}" dt="2025-11-14T15:19:39.988" v="242"/>
        <pc:sldMkLst>
          <pc:docMk/>
          <pc:sldMk cId="3159288639" sldId="303"/>
        </pc:sldMkLst>
      </pc:sldChg>
      <pc:sldChg chg="addSp delSp modSp ord modTransition">
        <pc:chgData name="Aparna Kini" userId="S::aparna.kini@nuvo.ai::ebbd55b2-4121-4f85-bc17-66c28d3fc3d2" providerId="AD" clId="Web-{A1830360-A8CB-4ECF-0DFB-DEA9CD7D2208}" dt="2025-11-14T15:25:18.944" v="302"/>
        <pc:sldMkLst>
          <pc:docMk/>
          <pc:sldMk cId="3124766000" sldId="304"/>
        </pc:sldMkLst>
        <pc:spChg chg="del">
          <ac:chgData name="Aparna Kini" userId="S::aparna.kini@nuvo.ai::ebbd55b2-4121-4f85-bc17-66c28d3fc3d2" providerId="AD" clId="Web-{A1830360-A8CB-4ECF-0DFB-DEA9CD7D2208}" dt="2025-11-14T15:17:09" v="203"/>
          <ac:spMkLst>
            <pc:docMk/>
            <pc:sldMk cId="3124766000" sldId="304"/>
            <ac:spMk id="2" creationId="{CFACDA59-55A0-4EA5-B3E4-646D1D3B4CEB}"/>
          </ac:spMkLst>
        </pc:spChg>
        <pc:spChg chg="mod">
          <ac:chgData name="Aparna Kini" userId="S::aparna.kini@nuvo.ai::ebbd55b2-4121-4f85-bc17-66c28d3fc3d2" providerId="AD" clId="Web-{A1830360-A8CB-4ECF-0DFB-DEA9CD7D2208}" dt="2025-11-14T15:17:25.579" v="210" actId="1076"/>
          <ac:spMkLst>
            <pc:docMk/>
            <pc:sldMk cId="3124766000" sldId="304"/>
            <ac:spMk id="3" creationId="{D14ABC42-7E22-4F59-A0B6-AD98B5CAE0C5}"/>
          </ac:spMkLst>
        </pc:spChg>
        <pc:spChg chg="mod">
          <ac:chgData name="Aparna Kini" userId="S::aparna.kini@nuvo.ai::ebbd55b2-4121-4f85-bc17-66c28d3fc3d2" providerId="AD" clId="Web-{A1830360-A8CB-4ECF-0DFB-DEA9CD7D2208}" dt="2025-11-14T15:17:27.313" v="211" actId="14100"/>
          <ac:spMkLst>
            <pc:docMk/>
            <pc:sldMk cId="3124766000" sldId="304"/>
            <ac:spMk id="4" creationId="{1FE9CB6C-6FF8-4B8C-9B41-2DDD39B25DE3}"/>
          </ac:spMkLst>
        </pc:spChg>
        <pc:spChg chg="del mod">
          <ac:chgData name="Aparna Kini" userId="S::aparna.kini@nuvo.ai::ebbd55b2-4121-4f85-bc17-66c28d3fc3d2" providerId="AD" clId="Web-{A1830360-A8CB-4ECF-0DFB-DEA9CD7D2208}" dt="2025-11-14T15:17:14.266" v="205"/>
          <ac:spMkLst>
            <pc:docMk/>
            <pc:sldMk cId="3124766000" sldId="304"/>
            <ac:spMk id="5" creationId="{2347FB98-C049-45C5-86B4-4CF44B247B2C}"/>
          </ac:spMkLst>
        </pc:spChg>
        <pc:spChg chg="del mod">
          <ac:chgData name="Aparna Kini" userId="S::aparna.kini@nuvo.ai::ebbd55b2-4121-4f85-bc17-66c28d3fc3d2" providerId="AD" clId="Web-{A1830360-A8CB-4ECF-0DFB-DEA9CD7D2208}" dt="2025-11-14T15:17:12.172" v="204"/>
          <ac:spMkLst>
            <pc:docMk/>
            <pc:sldMk cId="3124766000" sldId="304"/>
            <ac:spMk id="6" creationId="{5A74CB9D-E60B-4C8A-B4E7-23BC1D9FA66E}"/>
          </ac:spMkLst>
        </pc:spChg>
        <pc:spChg chg="add del mod">
          <ac:chgData name="Aparna Kini" userId="S::aparna.kini@nuvo.ai::ebbd55b2-4121-4f85-bc17-66c28d3fc3d2" providerId="AD" clId="Web-{A1830360-A8CB-4ECF-0DFB-DEA9CD7D2208}" dt="2025-11-14T15:17:19.876" v="208"/>
          <ac:spMkLst>
            <pc:docMk/>
            <pc:sldMk cId="3124766000" sldId="304"/>
            <ac:spMk id="8" creationId="{6608A681-D2FC-E61F-8E7F-973B65830F91}"/>
          </ac:spMkLst>
        </pc:spChg>
        <pc:spChg chg="add del mod">
          <ac:chgData name="Aparna Kini" userId="S::aparna.kini@nuvo.ai::ebbd55b2-4121-4f85-bc17-66c28d3fc3d2" providerId="AD" clId="Web-{A1830360-A8CB-4ECF-0DFB-DEA9CD7D2208}" dt="2025-11-14T15:17:15.735" v="206"/>
          <ac:spMkLst>
            <pc:docMk/>
            <pc:sldMk cId="3124766000" sldId="304"/>
            <ac:spMk id="10" creationId="{9011DF8A-0A47-F44D-D7E2-AFCE5184FAD1}"/>
          </ac:spMkLst>
        </pc:spChg>
        <pc:spChg chg="add del mod">
          <ac:chgData name="Aparna Kini" userId="S::aparna.kini@nuvo.ai::ebbd55b2-4121-4f85-bc17-66c28d3fc3d2" providerId="AD" clId="Web-{A1830360-A8CB-4ECF-0DFB-DEA9CD7D2208}" dt="2025-11-14T15:17:17.329" v="207"/>
          <ac:spMkLst>
            <pc:docMk/>
            <pc:sldMk cId="3124766000" sldId="304"/>
            <ac:spMk id="12" creationId="{146BD7E6-643E-7534-6B9F-EE5833935FDB}"/>
          </ac:spMkLst>
        </pc:spChg>
        <pc:spChg chg="del mod">
          <ac:chgData name="Aparna Kini" userId="S::aparna.kini@nuvo.ai::ebbd55b2-4121-4f85-bc17-66c28d3fc3d2" providerId="AD" clId="Web-{A1830360-A8CB-4ECF-0DFB-DEA9CD7D2208}" dt="2025-11-14T15:17:32.782" v="213"/>
          <ac:spMkLst>
            <pc:docMk/>
            <pc:sldMk cId="3124766000" sldId="304"/>
            <ac:spMk id="19" creationId="{6A866E2A-500D-4CAD-AA20-5C272EC14B69}"/>
          </ac:spMkLst>
        </pc:spChg>
      </pc:sldChg>
      <pc:sldChg chg="addSp delSp modSp modTransition">
        <pc:chgData name="Aparna Kini" userId="S::aparna.kini@nuvo.ai::ebbd55b2-4121-4f85-bc17-66c28d3fc3d2" providerId="AD" clId="Web-{A1830360-A8CB-4ECF-0DFB-DEA9CD7D2208}" dt="2025-11-14T15:25:18.944" v="302"/>
        <pc:sldMkLst>
          <pc:docMk/>
          <pc:sldMk cId="1403455250" sldId="305"/>
        </pc:sldMkLst>
        <pc:spChg chg="mod">
          <ac:chgData name="Aparna Kini" userId="S::aparna.kini@nuvo.ai::ebbd55b2-4121-4f85-bc17-66c28d3fc3d2" providerId="AD" clId="Web-{A1830360-A8CB-4ECF-0DFB-DEA9CD7D2208}" dt="2025-11-14T15:19:23.519" v="239" actId="20577"/>
          <ac:spMkLst>
            <pc:docMk/>
            <pc:sldMk cId="1403455250" sldId="305"/>
            <ac:spMk id="2" creationId="{CFACDA59-55A0-4EA5-B3E4-646D1D3B4CEB}"/>
          </ac:spMkLst>
        </pc:spChg>
        <pc:spChg chg="mod">
          <ac:chgData name="Aparna Kini" userId="S::aparna.kini@nuvo.ai::ebbd55b2-4121-4f85-bc17-66c28d3fc3d2" providerId="AD" clId="Web-{A1830360-A8CB-4ECF-0DFB-DEA9CD7D2208}" dt="2025-11-14T15:19:29.128" v="241" actId="1076"/>
          <ac:spMkLst>
            <pc:docMk/>
            <pc:sldMk cId="1403455250" sldId="305"/>
            <ac:spMk id="3" creationId="{D14ABC42-7E22-4F59-A0B6-AD98B5CAE0C5}"/>
          </ac:spMkLst>
        </pc:spChg>
        <pc:spChg chg="mod">
          <ac:chgData name="Aparna Kini" userId="S::aparna.kini@nuvo.ai::ebbd55b2-4121-4f85-bc17-66c28d3fc3d2" providerId="AD" clId="Web-{A1830360-A8CB-4ECF-0DFB-DEA9CD7D2208}" dt="2025-11-14T15:19:27.222" v="240" actId="1076"/>
          <ac:spMkLst>
            <pc:docMk/>
            <pc:sldMk cId="1403455250" sldId="305"/>
            <ac:spMk id="4" creationId="{1FE9CB6C-6FF8-4B8C-9B41-2DDD39B25DE3}"/>
          </ac:spMkLst>
        </pc:spChg>
        <pc:spChg chg="del">
          <ac:chgData name="Aparna Kini" userId="S::aparna.kini@nuvo.ai::ebbd55b2-4121-4f85-bc17-66c28d3fc3d2" providerId="AD" clId="Web-{A1830360-A8CB-4ECF-0DFB-DEA9CD7D2208}" dt="2025-11-14T15:18:37.487" v="229"/>
          <ac:spMkLst>
            <pc:docMk/>
            <pc:sldMk cId="1403455250" sldId="305"/>
            <ac:spMk id="5" creationId="{2347FB98-C049-45C5-86B4-4CF44B247B2C}"/>
          </ac:spMkLst>
        </pc:spChg>
        <pc:spChg chg="del">
          <ac:chgData name="Aparna Kini" userId="S::aparna.kini@nuvo.ai::ebbd55b2-4121-4f85-bc17-66c28d3fc3d2" providerId="AD" clId="Web-{A1830360-A8CB-4ECF-0DFB-DEA9CD7D2208}" dt="2025-11-14T15:18:26.768" v="225"/>
          <ac:spMkLst>
            <pc:docMk/>
            <pc:sldMk cId="1403455250" sldId="305"/>
            <ac:spMk id="6" creationId="{5A74CB9D-E60B-4C8A-B4E7-23BC1D9FA66E}"/>
          </ac:spMkLst>
        </pc:spChg>
        <pc:spChg chg="del">
          <ac:chgData name="Aparna Kini" userId="S::aparna.kini@nuvo.ai::ebbd55b2-4121-4f85-bc17-66c28d3fc3d2" providerId="AD" clId="Web-{A1830360-A8CB-4ECF-0DFB-DEA9CD7D2208}" dt="2025-11-14T15:18:39.549" v="230"/>
          <ac:spMkLst>
            <pc:docMk/>
            <pc:sldMk cId="1403455250" sldId="305"/>
            <ac:spMk id="7" creationId="{8A09829E-85A7-405D-9654-F8AFA0746F6D}"/>
          </ac:spMkLst>
        </pc:spChg>
        <pc:spChg chg="del">
          <ac:chgData name="Aparna Kini" userId="S::aparna.kini@nuvo.ai::ebbd55b2-4121-4f85-bc17-66c28d3fc3d2" providerId="AD" clId="Web-{A1830360-A8CB-4ECF-0DFB-DEA9CD7D2208}" dt="2025-11-14T15:18:29.158" v="226"/>
          <ac:spMkLst>
            <pc:docMk/>
            <pc:sldMk cId="1403455250" sldId="305"/>
            <ac:spMk id="9" creationId="{C0A9D378-0FBF-4D33-890B-EB3C953B94DD}"/>
          </ac:spMkLst>
        </pc:spChg>
        <pc:spChg chg="add del mod">
          <ac:chgData name="Aparna Kini" userId="S::aparna.kini@nuvo.ai::ebbd55b2-4121-4f85-bc17-66c28d3fc3d2" providerId="AD" clId="Web-{A1830360-A8CB-4ECF-0DFB-DEA9CD7D2208}" dt="2025-11-14T15:18:35.143" v="228"/>
          <ac:spMkLst>
            <pc:docMk/>
            <pc:sldMk cId="1403455250" sldId="305"/>
            <ac:spMk id="10" creationId="{8DD3D301-53E2-51DF-8822-D47E447B50B0}"/>
          </ac:spMkLst>
        </pc:spChg>
        <pc:spChg chg="add del mod">
          <ac:chgData name="Aparna Kini" userId="S::aparna.kini@nuvo.ai::ebbd55b2-4121-4f85-bc17-66c28d3fc3d2" providerId="AD" clId="Web-{A1830360-A8CB-4ECF-0DFB-DEA9CD7D2208}" dt="2025-11-14T15:18:33.955" v="227"/>
          <ac:spMkLst>
            <pc:docMk/>
            <pc:sldMk cId="1403455250" sldId="305"/>
            <ac:spMk id="12" creationId="{6F6862F1-73D8-1E45-01A2-F91CD29F7395}"/>
          </ac:spMkLst>
        </pc:spChg>
        <pc:spChg chg="add del mod">
          <ac:chgData name="Aparna Kini" userId="S::aparna.kini@nuvo.ai::ebbd55b2-4121-4f85-bc17-66c28d3fc3d2" providerId="AD" clId="Web-{A1830360-A8CB-4ECF-0DFB-DEA9CD7D2208}" dt="2025-11-14T15:18:45.737" v="232"/>
          <ac:spMkLst>
            <pc:docMk/>
            <pc:sldMk cId="1403455250" sldId="305"/>
            <ac:spMk id="14" creationId="{8AD32BA3-204F-828C-51DA-8C8D6A5CB34A}"/>
          </ac:spMkLst>
        </pc:spChg>
        <pc:spChg chg="add del mod">
          <ac:chgData name="Aparna Kini" userId="S::aparna.kini@nuvo.ai::ebbd55b2-4121-4f85-bc17-66c28d3fc3d2" providerId="AD" clId="Web-{A1830360-A8CB-4ECF-0DFB-DEA9CD7D2208}" dt="2025-11-14T15:18:44.221" v="231"/>
          <ac:spMkLst>
            <pc:docMk/>
            <pc:sldMk cId="1403455250" sldId="305"/>
            <ac:spMk id="16" creationId="{293757AE-7B7F-B958-0C0A-8A7E206523C6}"/>
          </ac:spMkLst>
        </pc:spChg>
        <pc:spChg chg="del">
          <ac:chgData name="Aparna Kini" userId="S::aparna.kini@nuvo.ai::ebbd55b2-4121-4f85-bc17-66c28d3fc3d2" providerId="AD" clId="Web-{A1830360-A8CB-4ECF-0DFB-DEA9CD7D2208}" dt="2025-11-14T15:18:50.034" v="234"/>
          <ac:spMkLst>
            <pc:docMk/>
            <pc:sldMk cId="1403455250" sldId="305"/>
            <ac:spMk id="23" creationId="{5F2272C5-0322-41BF-9040-FB70C974F651}"/>
          </ac:spMkLst>
        </pc:spChg>
      </pc:sldChg>
      <pc:sldChg chg="addSp delSp modSp modTransition">
        <pc:chgData name="Aparna Kini" userId="S::aparna.kini@nuvo.ai::ebbd55b2-4121-4f85-bc17-66c28d3fc3d2" providerId="AD" clId="Web-{A1830360-A8CB-4ECF-0DFB-DEA9CD7D2208}" dt="2025-11-14T15:25:18.944" v="302"/>
        <pc:sldMkLst>
          <pc:docMk/>
          <pc:sldMk cId="987283912" sldId="308"/>
        </pc:sldMkLst>
        <pc:spChg chg="add del mod">
          <ac:chgData name="Aparna Kini" userId="S::aparna.kini@nuvo.ai::ebbd55b2-4121-4f85-bc17-66c28d3fc3d2" providerId="AD" clId="Web-{A1830360-A8CB-4ECF-0DFB-DEA9CD7D2208}" dt="2025-11-14T15:17:57.345" v="217"/>
          <ac:spMkLst>
            <pc:docMk/>
            <pc:sldMk cId="987283912" sldId="308"/>
            <ac:spMk id="3" creationId="{BA82D2CB-BC11-D688-220D-AD7B80087F41}"/>
          </ac:spMkLst>
        </pc:spChg>
        <pc:spChg chg="add del mod">
          <ac:chgData name="Aparna Kini" userId="S::aparna.kini@nuvo.ai::ebbd55b2-4121-4f85-bc17-66c28d3fc3d2" providerId="AD" clId="Web-{A1830360-A8CB-4ECF-0DFB-DEA9CD7D2208}" dt="2025-11-14T15:22:53.630" v="273"/>
          <ac:spMkLst>
            <pc:docMk/>
            <pc:sldMk cId="987283912" sldId="308"/>
            <ac:spMk id="4" creationId="{BA747047-BFA8-06AF-E346-FA3095AADE42}"/>
          </ac:spMkLst>
        </pc:spChg>
        <pc:spChg chg="add del mod">
          <ac:chgData name="Aparna Kini" userId="S::aparna.kini@nuvo.ai::ebbd55b2-4121-4f85-bc17-66c28d3fc3d2" providerId="AD" clId="Web-{A1830360-A8CB-4ECF-0DFB-DEA9CD7D2208}" dt="2025-11-14T15:23:31.271" v="289"/>
          <ac:spMkLst>
            <pc:docMk/>
            <pc:sldMk cId="987283912" sldId="308"/>
            <ac:spMk id="6" creationId="{967B8710-79C6-B1DD-AF1E-976D541E86B2}"/>
          </ac:spMkLst>
        </pc:spChg>
        <pc:spChg chg="add del mod">
          <ac:chgData name="Aparna Kini" userId="S::aparna.kini@nuvo.ai::ebbd55b2-4121-4f85-bc17-66c28d3fc3d2" providerId="AD" clId="Web-{A1830360-A8CB-4ECF-0DFB-DEA9CD7D2208}" dt="2025-11-14T15:23:57.725" v="296"/>
          <ac:spMkLst>
            <pc:docMk/>
            <pc:sldMk cId="987283912" sldId="308"/>
            <ac:spMk id="8" creationId="{E4B59DB2-3CD8-6659-A55A-FF6F16E7655C}"/>
          </ac:spMkLst>
        </pc:spChg>
        <pc:spChg chg="del">
          <ac:chgData name="Aparna Kini" userId="S::aparna.kini@nuvo.ai::ebbd55b2-4121-4f85-bc17-66c28d3fc3d2" providerId="AD" clId="Web-{A1830360-A8CB-4ECF-0DFB-DEA9CD7D2208}" dt="2025-11-14T15:17:55.501" v="216"/>
          <ac:spMkLst>
            <pc:docMk/>
            <pc:sldMk cId="987283912" sldId="308"/>
            <ac:spMk id="9" creationId="{472E6928-F6C2-432C-9FCD-7818280AE7FB}"/>
          </ac:spMkLst>
        </pc:spChg>
        <pc:spChg chg="del">
          <ac:chgData name="Aparna Kini" userId="S::aparna.kini@nuvo.ai::ebbd55b2-4121-4f85-bc17-66c28d3fc3d2" providerId="AD" clId="Web-{A1830360-A8CB-4ECF-0DFB-DEA9CD7D2208}" dt="2025-11-14T15:17:53.501" v="215"/>
          <ac:spMkLst>
            <pc:docMk/>
            <pc:sldMk cId="987283912" sldId="308"/>
            <ac:spMk id="34" creationId="{3E796413-D756-477E-9170-1EF1E340CB07}"/>
          </ac:spMkLst>
        </pc:spChg>
        <pc:picChg chg="mod">
          <ac:chgData name="Aparna Kini" userId="S::aparna.kini@nuvo.ai::ebbd55b2-4121-4f85-bc17-66c28d3fc3d2" providerId="AD" clId="Web-{A1830360-A8CB-4ECF-0DFB-DEA9CD7D2208}" dt="2025-11-14T15:25:00.428" v="300" actId="14100"/>
          <ac:picMkLst>
            <pc:docMk/>
            <pc:sldMk cId="987283912" sldId="308"/>
            <ac:picMk id="13" creationId="{0E3104C5-82CF-4912-8A3A-ABB23851C6B0}"/>
          </ac:picMkLst>
        </pc:picChg>
        <pc:picChg chg="mod">
          <ac:chgData name="Aparna Kini" userId="S::aparna.kini@nuvo.ai::ebbd55b2-4121-4f85-bc17-66c28d3fc3d2" providerId="AD" clId="Web-{A1830360-A8CB-4ECF-0DFB-DEA9CD7D2208}" dt="2025-11-14T15:23:00.568" v="274" actId="14100"/>
          <ac:picMkLst>
            <pc:docMk/>
            <pc:sldMk cId="987283912" sldId="308"/>
            <ac:picMk id="16" creationId="{0C8862CB-9A0A-41E5-8057-4B024401518D}"/>
          </ac:picMkLst>
        </pc:picChg>
        <pc:picChg chg="mod">
          <ac:chgData name="Aparna Kini" userId="S::aparna.kini@nuvo.ai::ebbd55b2-4121-4f85-bc17-66c28d3fc3d2" providerId="AD" clId="Web-{A1830360-A8CB-4ECF-0DFB-DEA9CD7D2208}" dt="2025-11-14T15:24:01.928" v="297" actId="14100"/>
          <ac:picMkLst>
            <pc:docMk/>
            <pc:sldMk cId="987283912" sldId="308"/>
            <ac:picMk id="24" creationId="{BD683070-0B23-4933-B600-3DFACAE55680}"/>
          </ac:picMkLst>
        </pc:picChg>
      </pc:sldChg>
      <pc:sldChg chg="del">
        <pc:chgData name="Aparna Kini" userId="S::aparna.kini@nuvo.ai::ebbd55b2-4121-4f85-bc17-66c28d3fc3d2" providerId="AD" clId="Web-{A1830360-A8CB-4ECF-0DFB-DEA9CD7D2208}" dt="2025-11-14T14:59:27.624" v="43"/>
        <pc:sldMkLst>
          <pc:docMk/>
          <pc:sldMk cId="170988662" sldId="310"/>
        </pc:sldMkLst>
      </pc:sldChg>
      <pc:sldChg chg="addSp delSp modSp modTransition">
        <pc:chgData name="Aparna Kini" userId="S::aparna.kini@nuvo.ai::ebbd55b2-4121-4f85-bc17-66c28d3fc3d2" providerId="AD" clId="Web-{A1830360-A8CB-4ECF-0DFB-DEA9CD7D2208}" dt="2025-11-14T15:25:18.944" v="302"/>
        <pc:sldMkLst>
          <pc:docMk/>
          <pc:sldMk cId="1087605110" sldId="311"/>
        </pc:sldMkLst>
        <pc:spChg chg="mod">
          <ac:chgData name="Aparna Kini" userId="S::aparna.kini@nuvo.ai::ebbd55b2-4121-4f85-bc17-66c28d3fc3d2" providerId="AD" clId="Web-{A1830360-A8CB-4ECF-0DFB-DEA9CD7D2208}" dt="2025-11-14T14:59:24.873" v="42" actId="20577"/>
          <ac:spMkLst>
            <pc:docMk/>
            <pc:sldMk cId="1087605110" sldId="311"/>
            <ac:spMk id="2" creationId="{1B77DE92-075C-43EC-8CB3-D334B9CF38D5}"/>
          </ac:spMkLst>
        </pc:spChg>
        <pc:spChg chg="mod">
          <ac:chgData name="Aparna Kini" userId="S::aparna.kini@nuvo.ai::ebbd55b2-4121-4f85-bc17-66c28d3fc3d2" providerId="AD" clId="Web-{A1830360-A8CB-4ECF-0DFB-DEA9CD7D2208}" dt="2025-11-14T15:00:43.657" v="56" actId="14100"/>
          <ac:spMkLst>
            <pc:docMk/>
            <pc:sldMk cId="1087605110" sldId="311"/>
            <ac:spMk id="3" creationId="{065994E4-45F6-40E9-98B7-10B9F6F0503C}"/>
          </ac:spMkLst>
        </pc:spChg>
        <pc:spChg chg="add mod">
          <ac:chgData name="Aparna Kini" userId="S::aparna.kini@nuvo.ai::ebbd55b2-4121-4f85-bc17-66c28d3fc3d2" providerId="AD" clId="Web-{A1830360-A8CB-4ECF-0DFB-DEA9CD7D2208}" dt="2025-11-14T15:01:03.501" v="62" actId="14100"/>
          <ac:spMkLst>
            <pc:docMk/>
            <pc:sldMk cId="1087605110" sldId="311"/>
            <ac:spMk id="4" creationId="{97DE5327-CD81-0D6F-6E5B-A32CA3B28C4B}"/>
          </ac:spMkLst>
        </pc:spChg>
        <pc:spChg chg="del mod">
          <ac:chgData name="Aparna Kini" userId="S::aparna.kini@nuvo.ai::ebbd55b2-4121-4f85-bc17-66c28d3fc3d2" providerId="AD" clId="Web-{A1830360-A8CB-4ECF-0DFB-DEA9CD7D2208}" dt="2025-11-14T14:59:57.202" v="52"/>
          <ac:spMkLst>
            <pc:docMk/>
            <pc:sldMk cId="1087605110" sldId="311"/>
            <ac:spMk id="6" creationId="{F921DF51-B45F-48A6-BCB0-F9F3E2253CCE}"/>
          </ac:spMkLst>
        </pc:spChg>
      </pc:sldChg>
      <pc:sldChg chg="addSp delSp modSp modTransition">
        <pc:chgData name="Aparna Kini" userId="S::aparna.kini@nuvo.ai::ebbd55b2-4121-4f85-bc17-66c28d3fc3d2" providerId="AD" clId="Web-{A1830360-A8CB-4ECF-0DFB-DEA9CD7D2208}" dt="2025-11-14T15:25:18.944" v="302"/>
        <pc:sldMkLst>
          <pc:docMk/>
          <pc:sldMk cId="200544739" sldId="312"/>
        </pc:sldMkLst>
        <pc:spChg chg="mod">
          <ac:chgData name="Aparna Kini" userId="S::aparna.kini@nuvo.ai::ebbd55b2-4121-4f85-bc17-66c28d3fc3d2" providerId="AD" clId="Web-{A1830360-A8CB-4ECF-0DFB-DEA9CD7D2208}" dt="2025-11-14T15:00:25.625" v="54" actId="20577"/>
          <ac:spMkLst>
            <pc:docMk/>
            <pc:sldMk cId="200544739" sldId="312"/>
            <ac:spMk id="2" creationId="{8460295B-54B9-4937-90E3-BAB9CE69E30B}"/>
          </ac:spMkLst>
        </pc:spChg>
        <pc:spChg chg="del">
          <ac:chgData name="Aparna Kini" userId="S::aparna.kini@nuvo.ai::ebbd55b2-4121-4f85-bc17-66c28d3fc3d2" providerId="AD" clId="Web-{A1830360-A8CB-4ECF-0DFB-DEA9CD7D2208}" dt="2025-11-14T15:01:09.970" v="63"/>
          <ac:spMkLst>
            <pc:docMk/>
            <pc:sldMk cId="200544739" sldId="312"/>
            <ac:spMk id="4" creationId="{D51A6D85-3837-435F-A342-5A3F98172B12}"/>
          </ac:spMkLst>
        </pc:spChg>
        <pc:spChg chg="add del mod">
          <ac:chgData name="Aparna Kini" userId="S::aparna.kini@nuvo.ai::ebbd55b2-4121-4f85-bc17-66c28d3fc3d2" providerId="AD" clId="Web-{A1830360-A8CB-4ECF-0DFB-DEA9CD7D2208}" dt="2025-11-14T15:21:41.145" v="267"/>
          <ac:spMkLst>
            <pc:docMk/>
            <pc:sldMk cId="200544739" sldId="312"/>
            <ac:spMk id="5" creationId="{316C498D-1A52-467C-1C67-B105E046E90C}"/>
          </ac:spMkLst>
        </pc:spChg>
        <pc:spChg chg="add mod">
          <ac:chgData name="Aparna Kini" userId="S::aparna.kini@nuvo.ai::ebbd55b2-4121-4f85-bc17-66c28d3fc3d2" providerId="AD" clId="Web-{A1830360-A8CB-4ECF-0DFB-DEA9CD7D2208}" dt="2025-11-14T15:10:23.507" v="142"/>
          <ac:spMkLst>
            <pc:docMk/>
            <pc:sldMk cId="200544739" sldId="312"/>
            <ac:spMk id="6" creationId="{8B939708-DC4B-8BBC-E3A7-226B8ABC5A6F}"/>
          </ac:spMkLst>
        </pc:spChg>
        <pc:picChg chg="mod modCrop">
          <ac:chgData name="Aparna Kini" userId="S::aparna.kini@nuvo.ai::ebbd55b2-4121-4f85-bc17-66c28d3fc3d2" providerId="AD" clId="Web-{A1830360-A8CB-4ECF-0DFB-DEA9CD7D2208}" dt="2025-11-14T15:13:19.680" v="161"/>
          <ac:picMkLst>
            <pc:docMk/>
            <pc:sldMk cId="200544739" sldId="312"/>
            <ac:picMk id="40" creationId="{349B49B8-DB39-4E92-A441-F8078B215C32}"/>
          </ac:picMkLst>
        </pc:picChg>
      </pc:sldChg>
      <pc:sldChg chg="delSp modSp ord modTransition">
        <pc:chgData name="Aparna Kini" userId="S::aparna.kini@nuvo.ai::ebbd55b2-4121-4f85-bc17-66c28d3fc3d2" providerId="AD" clId="Web-{A1830360-A8CB-4ECF-0DFB-DEA9CD7D2208}" dt="2025-11-14T15:25:18.944" v="302"/>
        <pc:sldMkLst>
          <pc:docMk/>
          <pc:sldMk cId="3548834685" sldId="313"/>
        </pc:sldMkLst>
        <pc:spChg chg="mod">
          <ac:chgData name="Aparna Kini" userId="S::aparna.kini@nuvo.ai::ebbd55b2-4121-4f85-bc17-66c28d3fc3d2" providerId="AD" clId="Web-{A1830360-A8CB-4ECF-0DFB-DEA9CD7D2208}" dt="2025-11-14T15:01:46.299" v="69" actId="20577"/>
          <ac:spMkLst>
            <pc:docMk/>
            <pc:sldMk cId="3548834685" sldId="313"/>
            <ac:spMk id="3" creationId="{56C9419A-CFA6-4C0B-9B57-57594DAD8B0A}"/>
          </ac:spMkLst>
        </pc:spChg>
        <pc:spChg chg="del mod">
          <ac:chgData name="Aparna Kini" userId="S::aparna.kini@nuvo.ai::ebbd55b2-4121-4f85-bc17-66c28d3fc3d2" providerId="AD" clId="Web-{A1830360-A8CB-4ECF-0DFB-DEA9CD7D2208}" dt="2025-11-14T15:01:52.564" v="72"/>
          <ac:spMkLst>
            <pc:docMk/>
            <pc:sldMk cId="3548834685" sldId="313"/>
            <ac:spMk id="4" creationId="{598ED082-1206-4887-856E-36B49E90DA99}"/>
          </ac:spMkLst>
        </pc:spChg>
        <pc:spChg chg="del">
          <ac:chgData name="Aparna Kini" userId="S::aparna.kini@nuvo.ai::ebbd55b2-4121-4f85-bc17-66c28d3fc3d2" providerId="AD" clId="Web-{A1830360-A8CB-4ECF-0DFB-DEA9CD7D2208}" dt="2025-11-14T15:01:49.986" v="71"/>
          <ac:spMkLst>
            <pc:docMk/>
            <pc:sldMk cId="3548834685" sldId="313"/>
            <ac:spMk id="9" creationId="{FFF99281-B36C-450D-9661-89330E187FAF}"/>
          </ac:spMkLst>
        </pc:spChg>
        <pc:picChg chg="mod">
          <ac:chgData name="Aparna Kini" userId="S::aparna.kini@nuvo.ai::ebbd55b2-4121-4f85-bc17-66c28d3fc3d2" providerId="AD" clId="Web-{A1830360-A8CB-4ECF-0DFB-DEA9CD7D2208}" dt="2025-11-14T15:01:33.939" v="67" actId="14100"/>
          <ac:picMkLst>
            <pc:docMk/>
            <pc:sldMk cId="3548834685" sldId="313"/>
            <ac:picMk id="6" creationId="{87F91112-A5C0-4B96-AC4C-D38E24BA9331}"/>
          </ac:picMkLst>
        </pc:picChg>
      </pc:sldChg>
      <pc:sldChg chg="addSp delSp modSp del">
        <pc:chgData name="Aparna Kini" userId="S::aparna.kini@nuvo.ai::ebbd55b2-4121-4f85-bc17-66c28d3fc3d2" providerId="AD" clId="Web-{A1830360-A8CB-4ECF-0DFB-DEA9CD7D2208}" dt="2025-11-14T15:16:31.437" v="193"/>
        <pc:sldMkLst>
          <pc:docMk/>
          <pc:sldMk cId="2575622983" sldId="314"/>
        </pc:sldMkLst>
        <pc:spChg chg="add del mod">
          <ac:chgData name="Aparna Kini" userId="S::aparna.kini@nuvo.ai::ebbd55b2-4121-4f85-bc17-66c28d3fc3d2" providerId="AD" clId="Web-{A1830360-A8CB-4ECF-0DFB-DEA9CD7D2208}" dt="2025-11-14T15:08:10.928" v="127"/>
          <ac:spMkLst>
            <pc:docMk/>
            <pc:sldMk cId="2575622983" sldId="314"/>
            <ac:spMk id="3" creationId="{A1B70DAF-3141-4EE0-C3E9-007B16466B8A}"/>
          </ac:spMkLst>
        </pc:spChg>
        <pc:spChg chg="add mod">
          <ac:chgData name="Aparna Kini" userId="S::aparna.kini@nuvo.ai::ebbd55b2-4121-4f85-bc17-66c28d3fc3d2" providerId="AD" clId="Web-{A1830360-A8CB-4ECF-0DFB-DEA9CD7D2208}" dt="2025-11-14T15:08:25.225" v="130"/>
          <ac:spMkLst>
            <pc:docMk/>
            <pc:sldMk cId="2575622983" sldId="314"/>
            <ac:spMk id="5" creationId="{3D916BA7-5242-E087-2355-E6D396A55A44}"/>
          </ac:spMkLst>
        </pc:spChg>
        <pc:spChg chg="del">
          <ac:chgData name="Aparna Kini" userId="S::aparna.kini@nuvo.ai::ebbd55b2-4121-4f85-bc17-66c28d3fc3d2" providerId="AD" clId="Web-{A1830360-A8CB-4ECF-0DFB-DEA9CD7D2208}" dt="2025-11-14T15:08:08.396" v="126"/>
          <ac:spMkLst>
            <pc:docMk/>
            <pc:sldMk cId="2575622983" sldId="314"/>
            <ac:spMk id="6" creationId="{067A9366-C757-47AD-AE2D-E4991DCA3DC7}"/>
          </ac:spMkLst>
        </pc:spChg>
        <pc:spChg chg="mod">
          <ac:chgData name="Aparna Kini" userId="S::aparna.kini@nuvo.ai::ebbd55b2-4121-4f85-bc17-66c28d3fc3d2" providerId="AD" clId="Web-{A1830360-A8CB-4ECF-0DFB-DEA9CD7D2208}" dt="2025-11-14T15:08:17.428" v="129" actId="14100"/>
          <ac:spMkLst>
            <pc:docMk/>
            <pc:sldMk cId="2575622983" sldId="314"/>
            <ac:spMk id="7" creationId="{160FF040-6FF9-44D2-BCEB-768202E2168E}"/>
          </ac:spMkLst>
        </pc:spChg>
        <pc:spChg chg="add mod">
          <ac:chgData name="Aparna Kini" userId="S::aparna.kini@nuvo.ai::ebbd55b2-4121-4f85-bc17-66c28d3fc3d2" providerId="AD" clId="Web-{A1830360-A8CB-4ECF-0DFB-DEA9CD7D2208}" dt="2025-11-14T15:08:25.834" v="131"/>
          <ac:spMkLst>
            <pc:docMk/>
            <pc:sldMk cId="2575622983" sldId="314"/>
            <ac:spMk id="15" creationId="{CF9CCC7F-D145-0DA1-16B8-BBF7DD8D5D63}"/>
          </ac:spMkLst>
        </pc:spChg>
        <pc:spChg chg="add mod">
          <ac:chgData name="Aparna Kini" userId="S::aparna.kini@nuvo.ai::ebbd55b2-4121-4f85-bc17-66c28d3fc3d2" providerId="AD" clId="Web-{A1830360-A8CB-4ECF-0DFB-DEA9CD7D2208}" dt="2025-11-14T15:08:26.506" v="132"/>
          <ac:spMkLst>
            <pc:docMk/>
            <pc:sldMk cId="2575622983" sldId="314"/>
            <ac:spMk id="17" creationId="{3826CDE4-D688-9132-977F-D77D3602AD83}"/>
          </ac:spMkLst>
        </pc:spChg>
        <pc:spChg chg="add mod">
          <ac:chgData name="Aparna Kini" userId="S::aparna.kini@nuvo.ai::ebbd55b2-4121-4f85-bc17-66c28d3fc3d2" providerId="AD" clId="Web-{A1830360-A8CB-4ECF-0DFB-DEA9CD7D2208}" dt="2025-11-14T15:08:27.350" v="133"/>
          <ac:spMkLst>
            <pc:docMk/>
            <pc:sldMk cId="2575622983" sldId="314"/>
            <ac:spMk id="19" creationId="{6FCBB021-C235-7C37-343A-2F0D32A88818}"/>
          </ac:spMkLst>
        </pc:spChg>
        <pc:spChg chg="del">
          <ac:chgData name="Aparna Kini" userId="S::aparna.kini@nuvo.ai::ebbd55b2-4121-4f85-bc17-66c28d3fc3d2" providerId="AD" clId="Web-{A1830360-A8CB-4ECF-0DFB-DEA9CD7D2208}" dt="2025-11-14T15:07:02.818" v="124"/>
          <ac:spMkLst>
            <pc:docMk/>
            <pc:sldMk cId="2575622983" sldId="314"/>
            <ac:spMk id="25" creationId="{DBA1B93B-1EC1-4D67-B5D8-7D2D793FBE12}"/>
          </ac:spMkLst>
        </pc:spChg>
        <pc:spChg chg="mod">
          <ac:chgData name="Aparna Kini" userId="S::aparna.kini@nuvo.ai::ebbd55b2-4121-4f85-bc17-66c28d3fc3d2" providerId="AD" clId="Web-{A1830360-A8CB-4ECF-0DFB-DEA9CD7D2208}" dt="2025-11-14T15:06:59.880" v="123" actId="20577"/>
          <ac:spMkLst>
            <pc:docMk/>
            <pc:sldMk cId="2575622983" sldId="314"/>
            <ac:spMk id="66" creationId="{35713D5D-A498-460B-B8EE-257835F3C183}"/>
          </ac:spMkLst>
        </pc:spChg>
        <pc:picChg chg="del">
          <ac:chgData name="Aparna Kini" userId="S::aparna.kini@nuvo.ai::ebbd55b2-4121-4f85-bc17-66c28d3fc3d2" providerId="AD" clId="Web-{A1830360-A8CB-4ECF-0DFB-DEA9CD7D2208}" dt="2025-11-14T15:08:25.225" v="130"/>
          <ac:picMkLst>
            <pc:docMk/>
            <pc:sldMk cId="2575622983" sldId="314"/>
            <ac:picMk id="29" creationId="{D3C99A1B-9A83-4073-8420-267157E76635}"/>
          </ac:picMkLst>
        </pc:picChg>
        <pc:picChg chg="del">
          <ac:chgData name="Aparna Kini" userId="S::aparna.kini@nuvo.ai::ebbd55b2-4121-4f85-bc17-66c28d3fc3d2" providerId="AD" clId="Web-{A1830360-A8CB-4ECF-0DFB-DEA9CD7D2208}" dt="2025-11-14T15:08:25.834" v="131"/>
          <ac:picMkLst>
            <pc:docMk/>
            <pc:sldMk cId="2575622983" sldId="314"/>
            <ac:picMk id="33" creationId="{EA4FBDD0-D90A-41AF-84E0-A82EF445A8B9}"/>
          </ac:picMkLst>
        </pc:picChg>
        <pc:picChg chg="del">
          <ac:chgData name="Aparna Kini" userId="S::aparna.kini@nuvo.ai::ebbd55b2-4121-4f85-bc17-66c28d3fc3d2" providerId="AD" clId="Web-{A1830360-A8CB-4ECF-0DFB-DEA9CD7D2208}" dt="2025-11-14T15:08:26.506" v="132"/>
          <ac:picMkLst>
            <pc:docMk/>
            <pc:sldMk cId="2575622983" sldId="314"/>
            <ac:picMk id="37" creationId="{D5094346-F578-4FF0-ABCD-939683F5BCAE}"/>
          </ac:picMkLst>
        </pc:picChg>
        <pc:picChg chg="del">
          <ac:chgData name="Aparna Kini" userId="S::aparna.kini@nuvo.ai::ebbd55b2-4121-4f85-bc17-66c28d3fc3d2" providerId="AD" clId="Web-{A1830360-A8CB-4ECF-0DFB-DEA9CD7D2208}" dt="2025-11-14T15:08:27.350" v="133"/>
          <ac:picMkLst>
            <pc:docMk/>
            <pc:sldMk cId="2575622983" sldId="314"/>
            <ac:picMk id="41" creationId="{45632212-3C72-48AC-8C2E-51154529757E}"/>
          </ac:picMkLst>
        </pc:picChg>
      </pc:sldChg>
      <pc:sldChg chg="delSp modSp modTransition">
        <pc:chgData name="Aparna Kini" userId="S::aparna.kini@nuvo.ai::ebbd55b2-4121-4f85-bc17-66c28d3fc3d2" providerId="AD" clId="Web-{A1830360-A8CB-4ECF-0DFB-DEA9CD7D2208}" dt="2025-11-14T15:25:18.944" v="302"/>
        <pc:sldMkLst>
          <pc:docMk/>
          <pc:sldMk cId="2287074839" sldId="315"/>
        </pc:sldMkLst>
        <pc:spChg chg="del">
          <ac:chgData name="Aparna Kini" userId="S::aparna.kini@nuvo.ai::ebbd55b2-4121-4f85-bc17-66c28d3fc3d2" providerId="AD" clId="Web-{A1830360-A8CB-4ECF-0DFB-DEA9CD7D2208}" dt="2025-11-14T15:20:01.472" v="252"/>
          <ac:spMkLst>
            <pc:docMk/>
            <pc:sldMk cId="2287074839" sldId="315"/>
            <ac:spMk id="2" creationId="{A9757F5E-AC1F-4483-A4F1-FE83810FCC95}"/>
          </ac:spMkLst>
        </pc:spChg>
        <pc:spChg chg="mod">
          <ac:chgData name="Aparna Kini" userId="S::aparna.kini@nuvo.ai::ebbd55b2-4121-4f85-bc17-66c28d3fc3d2" providerId="AD" clId="Web-{A1830360-A8CB-4ECF-0DFB-DEA9CD7D2208}" dt="2025-11-14T15:20:00.035" v="251" actId="20577"/>
          <ac:spMkLst>
            <pc:docMk/>
            <pc:sldMk cId="2287074839" sldId="315"/>
            <ac:spMk id="8" creationId="{34E3E26E-714B-4B44-A67B-0189BC68DBDE}"/>
          </ac:spMkLst>
        </pc:spChg>
        <pc:spChg chg="mod">
          <ac:chgData name="Aparna Kini" userId="S::aparna.kini@nuvo.ai::ebbd55b2-4121-4f85-bc17-66c28d3fc3d2" providerId="AD" clId="Web-{A1830360-A8CB-4ECF-0DFB-DEA9CD7D2208}" dt="2025-11-14T15:21:19.926" v="265" actId="20577"/>
          <ac:spMkLst>
            <pc:docMk/>
            <pc:sldMk cId="2287074839" sldId="315"/>
            <ac:spMk id="21" creationId="{B6526616-F706-4249-9A7C-EA3985ED9757}"/>
          </ac:spMkLst>
        </pc:spChg>
        <pc:picChg chg="mod">
          <ac:chgData name="Aparna Kini" userId="S::aparna.kini@nuvo.ai::ebbd55b2-4121-4f85-bc17-66c28d3fc3d2" providerId="AD" clId="Web-{A1830360-A8CB-4ECF-0DFB-DEA9CD7D2208}" dt="2025-11-14T15:21:01.036" v="255" actId="1076"/>
          <ac:picMkLst>
            <pc:docMk/>
            <pc:sldMk cId="2287074839" sldId="315"/>
            <ac:picMk id="6" creationId="{51B3F075-2235-46AD-AC06-C2FE0E89D61D}"/>
          </ac:picMkLst>
        </pc:picChg>
      </pc:sldChg>
      <pc:sldChg chg="addSp delSp modSp mod modTransition setBg setClrOvrMap">
        <pc:chgData name="Aparna Kini" userId="S::aparna.kini@nuvo.ai::ebbd55b2-4121-4f85-bc17-66c28d3fc3d2" providerId="AD" clId="Web-{A1830360-A8CB-4ECF-0DFB-DEA9CD7D2208}" dt="2025-11-14T15:25:18.944" v="302"/>
        <pc:sldMkLst>
          <pc:docMk/>
          <pc:sldMk cId="1917632219" sldId="316"/>
        </pc:sldMkLst>
        <pc:spChg chg="mod ord">
          <ac:chgData name="Aparna Kini" userId="S::aparna.kini@nuvo.ai::ebbd55b2-4121-4f85-bc17-66c28d3fc3d2" providerId="AD" clId="Web-{A1830360-A8CB-4ECF-0DFB-DEA9CD7D2208}" dt="2025-11-14T14:58:57.404" v="40" actId="20577"/>
          <ac:spMkLst>
            <pc:docMk/>
            <pc:sldMk cId="1917632219" sldId="316"/>
            <ac:spMk id="2" creationId="{B2AE4F1D-F101-4E88-9698-51D314EF2EB5}"/>
          </ac:spMkLst>
        </pc:spChg>
        <pc:spChg chg="del">
          <ac:chgData name="Aparna Kini" userId="S::aparna.kini@nuvo.ai::ebbd55b2-4121-4f85-bc17-66c28d3fc3d2" providerId="AD" clId="Web-{A1830360-A8CB-4ECF-0DFB-DEA9CD7D2208}" dt="2025-11-14T14:55:44.241" v="6"/>
          <ac:spMkLst>
            <pc:docMk/>
            <pc:sldMk cId="1917632219" sldId="316"/>
            <ac:spMk id="3" creationId="{92726762-2B23-4F53-9DBB-96441A2A51BB}"/>
          </ac:spMkLst>
        </pc:spChg>
        <pc:spChg chg="add del mod">
          <ac:chgData name="Aparna Kini" userId="S::aparna.kini@nuvo.ai::ebbd55b2-4121-4f85-bc17-66c28d3fc3d2" providerId="AD" clId="Web-{A1830360-A8CB-4ECF-0DFB-DEA9CD7D2208}" dt="2025-11-14T14:55:28.272" v="3"/>
          <ac:spMkLst>
            <pc:docMk/>
            <pc:sldMk cId="1917632219" sldId="316"/>
            <ac:spMk id="4" creationId="{59AA67BF-835E-C2F9-4443-612063D65ECE}"/>
          </ac:spMkLst>
        </pc:spChg>
        <pc:spChg chg="add del mod">
          <ac:chgData name="Aparna Kini" userId="S::aparna.kini@nuvo.ai::ebbd55b2-4121-4f85-bc17-66c28d3fc3d2" providerId="AD" clId="Web-{A1830360-A8CB-4ECF-0DFB-DEA9CD7D2208}" dt="2025-11-14T14:56:38.555" v="18"/>
          <ac:spMkLst>
            <pc:docMk/>
            <pc:sldMk cId="1917632219" sldId="316"/>
            <ac:spMk id="7" creationId="{49ADB580-6B3E-712E-C81B-F676499F33CA}"/>
          </ac:spMkLst>
        </pc:spChg>
        <pc:spChg chg="add del mod">
          <ac:chgData name="Aparna Kini" userId="S::aparna.kini@nuvo.ai::ebbd55b2-4121-4f85-bc17-66c28d3fc3d2" providerId="AD" clId="Web-{A1830360-A8CB-4ECF-0DFB-DEA9CD7D2208}" dt="2025-11-14T14:56:18.679" v="13"/>
          <ac:spMkLst>
            <pc:docMk/>
            <pc:sldMk cId="1917632219" sldId="316"/>
            <ac:spMk id="9" creationId="{B7F8273A-5E3D-FFDA-DF2E-D2BC83181841}"/>
          </ac:spMkLst>
        </pc:spChg>
        <pc:spChg chg="add mod">
          <ac:chgData name="Aparna Kini" userId="S::aparna.kini@nuvo.ai::ebbd55b2-4121-4f85-bc17-66c28d3fc3d2" providerId="AD" clId="Web-{A1830360-A8CB-4ECF-0DFB-DEA9CD7D2208}" dt="2025-11-14T14:58:14.481" v="29"/>
          <ac:spMkLst>
            <pc:docMk/>
            <pc:sldMk cId="1917632219" sldId="316"/>
            <ac:spMk id="11" creationId="{2B1E138A-88B0-142B-5D90-0DFA4F6F3AE0}"/>
          </ac:spMkLst>
        </pc:spChg>
        <pc:spChg chg="add del">
          <ac:chgData name="Aparna Kini" userId="S::aparna.kini@nuvo.ai::ebbd55b2-4121-4f85-bc17-66c28d3fc3d2" providerId="AD" clId="Web-{A1830360-A8CB-4ECF-0DFB-DEA9CD7D2208}" dt="2025-11-14T14:56:35.118" v="17"/>
          <ac:spMkLst>
            <pc:docMk/>
            <pc:sldMk cId="1917632219" sldId="316"/>
            <ac:spMk id="14" creationId="{CE3C5560-7A9C-489F-9148-18C5E1D0F0B2}"/>
          </ac:spMkLst>
        </pc:spChg>
        <pc:spChg chg="add del">
          <ac:chgData name="Aparna Kini" userId="S::aparna.kini@nuvo.ai::ebbd55b2-4121-4f85-bc17-66c28d3fc3d2" providerId="AD" clId="Web-{A1830360-A8CB-4ECF-0DFB-DEA9CD7D2208}" dt="2025-11-14T14:56:35.118" v="17"/>
          <ac:spMkLst>
            <pc:docMk/>
            <pc:sldMk cId="1917632219" sldId="316"/>
            <ac:spMk id="16" creationId="{C5CB530E-515E-412C-9DF1-5F8FFBD6F383}"/>
          </ac:spMkLst>
        </pc:spChg>
        <pc:spChg chg="add del">
          <ac:chgData name="Aparna Kini" userId="S::aparna.kini@nuvo.ai::ebbd55b2-4121-4f85-bc17-66c28d3fc3d2" providerId="AD" clId="Web-{A1830360-A8CB-4ECF-0DFB-DEA9CD7D2208}" dt="2025-11-14T14:56:35.118" v="17"/>
          <ac:spMkLst>
            <pc:docMk/>
            <pc:sldMk cId="1917632219" sldId="316"/>
            <ac:spMk id="18" creationId="{712D4376-A578-4FF1-94FC-245E7A6A489F}"/>
          </ac:spMkLst>
        </pc:spChg>
        <pc:spChg chg="add del">
          <ac:chgData name="Aparna Kini" userId="S::aparna.kini@nuvo.ai::ebbd55b2-4121-4f85-bc17-66c28d3fc3d2" providerId="AD" clId="Web-{A1830360-A8CB-4ECF-0DFB-DEA9CD7D2208}" dt="2025-11-14T14:56:35.118" v="17"/>
          <ac:spMkLst>
            <pc:docMk/>
            <pc:sldMk cId="1917632219" sldId="316"/>
            <ac:spMk id="20" creationId="{AEA7509D-F04F-40CB-A0B3-EEF16499CC9F}"/>
          </ac:spMkLst>
        </pc:spChg>
        <pc:spChg chg="add del">
          <ac:chgData name="Aparna Kini" userId="S::aparna.kini@nuvo.ai::ebbd55b2-4121-4f85-bc17-66c28d3fc3d2" providerId="AD" clId="Web-{A1830360-A8CB-4ECF-0DFB-DEA9CD7D2208}" dt="2025-11-14T14:58:14.481" v="29"/>
          <ac:spMkLst>
            <pc:docMk/>
            <pc:sldMk cId="1917632219" sldId="316"/>
            <ac:spMk id="35" creationId="{158B3569-73B2-4D05-8E95-886A6EE17F1F}"/>
          </ac:spMkLst>
        </pc:spChg>
        <pc:spChg chg="add del">
          <ac:chgData name="Aparna Kini" userId="S::aparna.kini@nuvo.ai::ebbd55b2-4121-4f85-bc17-66c28d3fc3d2" providerId="AD" clId="Web-{A1830360-A8CB-4ECF-0DFB-DEA9CD7D2208}" dt="2025-11-14T14:58:14.481" v="29"/>
          <ac:spMkLst>
            <pc:docMk/>
            <pc:sldMk cId="1917632219" sldId="316"/>
            <ac:spMk id="37" creationId="{B71758F4-3F46-45DA-8AC5-4E508DA080BA}"/>
          </ac:spMkLst>
        </pc:spChg>
        <pc:spChg chg="add del">
          <ac:chgData name="Aparna Kini" userId="S::aparna.kini@nuvo.ai::ebbd55b2-4121-4f85-bc17-66c28d3fc3d2" providerId="AD" clId="Web-{A1830360-A8CB-4ECF-0DFB-DEA9CD7D2208}" dt="2025-11-14T14:58:14.481" v="29"/>
          <ac:spMkLst>
            <pc:docMk/>
            <pc:sldMk cId="1917632219" sldId="316"/>
            <ac:spMk id="39" creationId="{8550FED7-7C32-42BB-98DB-30272A6331A9}"/>
          </ac:spMkLst>
        </pc:spChg>
        <pc:spChg chg="add del">
          <ac:chgData name="Aparna Kini" userId="S::aparna.kini@nuvo.ai::ebbd55b2-4121-4f85-bc17-66c28d3fc3d2" providerId="AD" clId="Web-{A1830360-A8CB-4ECF-0DFB-DEA9CD7D2208}" dt="2025-11-14T14:58:11.653" v="26"/>
          <ac:spMkLst>
            <pc:docMk/>
            <pc:sldMk cId="1917632219" sldId="316"/>
            <ac:spMk id="48" creationId="{0671A8AE-40A1-4631-A6B8-581AFF065482}"/>
          </ac:spMkLst>
        </pc:spChg>
        <pc:spChg chg="add del">
          <ac:chgData name="Aparna Kini" userId="S::aparna.kini@nuvo.ai::ebbd55b2-4121-4f85-bc17-66c28d3fc3d2" providerId="AD" clId="Web-{A1830360-A8CB-4ECF-0DFB-DEA9CD7D2208}" dt="2025-11-14T14:58:11.653" v="26"/>
          <ac:spMkLst>
            <pc:docMk/>
            <pc:sldMk cId="1917632219" sldId="316"/>
            <ac:spMk id="50" creationId="{A44CD100-6267-4E62-AA64-2182A3A6A1C0}"/>
          </ac:spMkLst>
        </pc:spChg>
        <pc:spChg chg="add del">
          <ac:chgData name="Aparna Kini" userId="S::aparna.kini@nuvo.ai::ebbd55b2-4121-4f85-bc17-66c28d3fc3d2" providerId="AD" clId="Web-{A1830360-A8CB-4ECF-0DFB-DEA9CD7D2208}" dt="2025-11-14T14:58:14.403" v="28"/>
          <ac:spMkLst>
            <pc:docMk/>
            <pc:sldMk cId="1917632219" sldId="316"/>
            <ac:spMk id="52" creationId="{712D4376-A578-4FF1-94FC-245E7A6A489F}"/>
          </ac:spMkLst>
        </pc:spChg>
        <pc:spChg chg="add del">
          <ac:chgData name="Aparna Kini" userId="S::aparna.kini@nuvo.ai::ebbd55b2-4121-4f85-bc17-66c28d3fc3d2" providerId="AD" clId="Web-{A1830360-A8CB-4ECF-0DFB-DEA9CD7D2208}" dt="2025-11-14T14:58:14.403" v="28"/>
          <ac:spMkLst>
            <pc:docMk/>
            <pc:sldMk cId="1917632219" sldId="316"/>
            <ac:spMk id="54" creationId="{AEA7509D-F04F-40CB-A0B3-EEF16499CC9F}"/>
          </ac:spMkLst>
        </pc:spChg>
        <pc:spChg chg="add del">
          <ac:chgData name="Aparna Kini" userId="S::aparna.kini@nuvo.ai::ebbd55b2-4121-4f85-bc17-66c28d3fc3d2" providerId="AD" clId="Web-{A1830360-A8CB-4ECF-0DFB-DEA9CD7D2208}" dt="2025-11-14T14:58:14.403" v="28"/>
          <ac:spMkLst>
            <pc:docMk/>
            <pc:sldMk cId="1917632219" sldId="316"/>
            <ac:spMk id="55" creationId="{CE3C5560-7A9C-489F-9148-18C5E1D0F0B2}"/>
          </ac:spMkLst>
        </pc:spChg>
        <pc:spChg chg="add del">
          <ac:chgData name="Aparna Kini" userId="S::aparna.kini@nuvo.ai::ebbd55b2-4121-4f85-bc17-66c28d3fc3d2" providerId="AD" clId="Web-{A1830360-A8CB-4ECF-0DFB-DEA9CD7D2208}" dt="2025-11-14T14:58:14.403" v="28"/>
          <ac:spMkLst>
            <pc:docMk/>
            <pc:sldMk cId="1917632219" sldId="316"/>
            <ac:spMk id="57" creationId="{C5CB530E-515E-412C-9DF1-5F8FFBD6F383}"/>
          </ac:spMkLst>
        </pc:spChg>
        <pc:spChg chg="add">
          <ac:chgData name="Aparna Kini" userId="S::aparna.kini@nuvo.ai::ebbd55b2-4121-4f85-bc17-66c28d3fc3d2" providerId="AD" clId="Web-{A1830360-A8CB-4ECF-0DFB-DEA9CD7D2208}" dt="2025-11-14T14:58:14.481" v="29"/>
          <ac:spMkLst>
            <pc:docMk/>
            <pc:sldMk cId="1917632219" sldId="316"/>
            <ac:spMk id="65" creationId="{C17278C5-34E8-4293-BE47-73B18483AF7B}"/>
          </ac:spMkLst>
        </pc:spChg>
        <pc:spChg chg="add">
          <ac:chgData name="Aparna Kini" userId="S::aparna.kini@nuvo.ai::ebbd55b2-4121-4f85-bc17-66c28d3fc3d2" providerId="AD" clId="Web-{A1830360-A8CB-4ECF-0DFB-DEA9CD7D2208}" dt="2025-11-14T14:58:14.481" v="29"/>
          <ac:spMkLst>
            <pc:docMk/>
            <pc:sldMk cId="1917632219" sldId="316"/>
            <ac:spMk id="66" creationId="{9A3F5928-D955-456A-97B5-AA390B8CE9D5}"/>
          </ac:spMkLst>
        </pc:spChg>
        <pc:spChg chg="add">
          <ac:chgData name="Aparna Kini" userId="S::aparna.kini@nuvo.ai::ebbd55b2-4121-4f85-bc17-66c28d3fc3d2" providerId="AD" clId="Web-{A1830360-A8CB-4ECF-0DFB-DEA9CD7D2208}" dt="2025-11-14T14:58:14.481" v="29"/>
          <ac:spMkLst>
            <pc:docMk/>
            <pc:sldMk cId="1917632219" sldId="316"/>
            <ac:spMk id="68" creationId="{C5CB530E-515E-412C-9DF1-5F8FFBD6F383}"/>
          </ac:spMkLst>
        </pc:spChg>
        <pc:spChg chg="add">
          <ac:chgData name="Aparna Kini" userId="S::aparna.kini@nuvo.ai::ebbd55b2-4121-4f85-bc17-66c28d3fc3d2" providerId="AD" clId="Web-{A1830360-A8CB-4ECF-0DFB-DEA9CD7D2208}" dt="2025-11-14T14:58:14.481" v="29"/>
          <ac:spMkLst>
            <pc:docMk/>
            <pc:sldMk cId="1917632219" sldId="316"/>
            <ac:spMk id="69" creationId="{712D4376-A578-4FF1-94FC-245E7A6A489F}"/>
          </ac:spMkLst>
        </pc:spChg>
        <pc:spChg chg="add">
          <ac:chgData name="Aparna Kini" userId="S::aparna.kini@nuvo.ai::ebbd55b2-4121-4f85-bc17-66c28d3fc3d2" providerId="AD" clId="Web-{A1830360-A8CB-4ECF-0DFB-DEA9CD7D2208}" dt="2025-11-14T14:58:14.481" v="29"/>
          <ac:spMkLst>
            <pc:docMk/>
            <pc:sldMk cId="1917632219" sldId="316"/>
            <ac:spMk id="70" creationId="{AEA7509D-F04F-40CB-A0B3-EEF16499CC9F}"/>
          </ac:spMkLst>
        </pc:spChg>
        <pc:picChg chg="mod ord">
          <ac:chgData name="Aparna Kini" userId="S::aparna.kini@nuvo.ai::ebbd55b2-4121-4f85-bc17-66c28d3fc3d2" providerId="AD" clId="Web-{A1830360-A8CB-4ECF-0DFB-DEA9CD7D2208}" dt="2025-11-14T14:58:34.185" v="30" actId="1076"/>
          <ac:picMkLst>
            <pc:docMk/>
            <pc:sldMk cId="1917632219" sldId="316"/>
            <ac:picMk id="5" creationId="{B5F22C11-4FE3-4065-96C3-C3A1E470B97A}"/>
          </ac:picMkLst>
        </pc:picChg>
        <pc:picChg chg="add del mod">
          <ac:chgData name="Aparna Kini" userId="S::aparna.kini@nuvo.ai::ebbd55b2-4121-4f85-bc17-66c28d3fc3d2" providerId="AD" clId="Web-{A1830360-A8CB-4ECF-0DFB-DEA9CD7D2208}" dt="2025-11-14T14:55:54.913" v="8"/>
          <ac:picMkLst>
            <pc:docMk/>
            <pc:sldMk cId="1917632219" sldId="316"/>
            <ac:picMk id="8" creationId="{708BD0E4-559A-2882-DCFB-578F101ACCC9}"/>
          </ac:picMkLst>
        </pc:picChg>
        <pc:picChg chg="add del mod">
          <ac:chgData name="Aparna Kini" userId="S::aparna.kini@nuvo.ai::ebbd55b2-4121-4f85-bc17-66c28d3fc3d2" providerId="AD" clId="Web-{A1830360-A8CB-4ECF-0DFB-DEA9CD7D2208}" dt="2025-11-14T14:56:28.430" v="16"/>
          <ac:picMkLst>
            <pc:docMk/>
            <pc:sldMk cId="1917632219" sldId="316"/>
            <ac:picMk id="10" creationId="{63508219-C9E1-260B-3874-AFF573390CD9}"/>
          </ac:picMkLst>
        </pc:picChg>
        <pc:picChg chg="add del">
          <ac:chgData name="Aparna Kini" userId="S::aparna.kini@nuvo.ai::ebbd55b2-4121-4f85-bc17-66c28d3fc3d2" providerId="AD" clId="Web-{A1830360-A8CB-4ECF-0DFB-DEA9CD7D2208}" dt="2025-11-14T14:56:35.118" v="17"/>
          <ac:picMkLst>
            <pc:docMk/>
            <pc:sldMk cId="1917632219" sldId="316"/>
            <ac:picMk id="24" creationId="{508BEF50-7B1E-49A4-BC19-5F4F1D755E64}"/>
          </ac:picMkLst>
        </pc:picChg>
        <pc:picChg chg="add">
          <ac:chgData name="Aparna Kini" userId="S::aparna.kini@nuvo.ai::ebbd55b2-4121-4f85-bc17-66c28d3fc3d2" providerId="AD" clId="Web-{A1830360-A8CB-4ECF-0DFB-DEA9CD7D2208}" dt="2025-11-14T14:56:09.116" v="9"/>
          <ac:picMkLst>
            <pc:docMk/>
            <pc:sldMk cId="1917632219" sldId="316"/>
            <ac:picMk id="26" creationId="{3FBAD350-5664-4811-A208-657FB882D350}"/>
          </ac:picMkLst>
        </pc:picChg>
        <pc:picChg chg="add">
          <ac:chgData name="Aparna Kini" userId="S::aparna.kini@nuvo.ai::ebbd55b2-4121-4f85-bc17-66c28d3fc3d2" providerId="AD" clId="Web-{A1830360-A8CB-4ECF-0DFB-DEA9CD7D2208}" dt="2025-11-14T14:56:09.116" v="9"/>
          <ac:picMkLst>
            <pc:docMk/>
            <pc:sldMk cId="1917632219" sldId="316"/>
            <ac:picMk id="28" creationId="{C39ADB8F-D187-49D7-BDCF-C1B6DC727068}"/>
          </ac:picMkLst>
        </pc:picChg>
        <pc:picChg chg="add">
          <ac:chgData name="Aparna Kini" userId="S::aparna.kini@nuvo.ai::ebbd55b2-4121-4f85-bc17-66c28d3fc3d2" providerId="AD" clId="Web-{A1830360-A8CB-4ECF-0DFB-DEA9CD7D2208}" dt="2025-11-14T14:58:11.668" v="27"/>
          <ac:picMkLst>
            <pc:docMk/>
            <pc:sldMk cId="1917632219" sldId="316"/>
            <ac:picMk id="60" creationId="{3FBAD350-5664-4811-A208-657FB882D350}"/>
          </ac:picMkLst>
        </pc:picChg>
        <pc:picChg chg="del">
          <ac:chgData name="Aparna Kini" userId="S::aparna.kini@nuvo.ai::ebbd55b2-4121-4f85-bc17-66c28d3fc3d2" providerId="AD" clId="Web-{A1830360-A8CB-4ECF-0DFB-DEA9CD7D2208}" dt="2025-11-14T14:58:14.403" v="28"/>
          <ac:picMkLst>
            <pc:docMk/>
            <pc:sldMk cId="1917632219" sldId="316"/>
            <ac:picMk id="62" creationId="{C39ADB8F-D187-49D7-BDCF-C1B6DC727068}"/>
          </ac:picMkLst>
        </pc:picChg>
        <pc:cxnChg chg="add del">
          <ac:chgData name="Aparna Kini" userId="S::aparna.kini@nuvo.ai::ebbd55b2-4121-4f85-bc17-66c28d3fc3d2" providerId="AD" clId="Web-{A1830360-A8CB-4ECF-0DFB-DEA9CD7D2208}" dt="2025-11-14T14:58:11.653" v="26"/>
          <ac:cxnSpMkLst>
            <pc:docMk/>
            <pc:sldMk cId="1917632219" sldId="316"/>
            <ac:cxnSpMk id="33" creationId="{D1B787A8-0D67-4B7E-9B48-86BD906AB6B5}"/>
          </ac:cxnSpMkLst>
        </pc:cxnChg>
        <pc:cxnChg chg="del">
          <ac:chgData name="Aparna Kini" userId="S::aparna.kini@nuvo.ai::ebbd55b2-4121-4f85-bc17-66c28d3fc3d2" providerId="AD" clId="Web-{A1830360-A8CB-4ECF-0DFB-DEA9CD7D2208}" dt="2025-11-14T14:58:02.074" v="25"/>
          <ac:cxnSpMkLst>
            <pc:docMk/>
            <pc:sldMk cId="1917632219" sldId="316"/>
            <ac:cxnSpMk id="41" creationId="{56020367-4FD5-4596-8E10-C5F095CD8DBF}"/>
          </ac:cxnSpMkLst>
        </pc:cxnChg>
        <pc:cxnChg chg="del">
          <ac:chgData name="Aparna Kini" userId="S::aparna.kini@nuvo.ai::ebbd55b2-4121-4f85-bc17-66c28d3fc3d2" providerId="AD" clId="Web-{A1830360-A8CB-4ECF-0DFB-DEA9CD7D2208}" dt="2025-11-14T14:58:11.653" v="26"/>
          <ac:cxnSpMkLst>
            <pc:docMk/>
            <pc:sldMk cId="1917632219" sldId="316"/>
            <ac:cxnSpMk id="46" creationId="{D1B787A8-0D67-4B7E-9B48-86BD906AB6B5}"/>
          </ac:cxnSpMkLst>
        </pc:cxnChg>
      </pc:sldChg>
      <pc:sldChg chg="addSp delSp modSp new ord modTransition">
        <pc:chgData name="Aparna Kini" userId="S::aparna.kini@nuvo.ai::ebbd55b2-4121-4f85-bc17-66c28d3fc3d2" providerId="AD" clId="Web-{A1830360-A8CB-4ECF-0DFB-DEA9CD7D2208}" dt="2025-11-14T15:25:18.944" v="302"/>
        <pc:sldMkLst>
          <pc:docMk/>
          <pc:sldMk cId="2967551655" sldId="317"/>
        </pc:sldMkLst>
        <pc:spChg chg="mod">
          <ac:chgData name="Aparna Kini" userId="S::aparna.kini@nuvo.ai::ebbd55b2-4121-4f85-bc17-66c28d3fc3d2" providerId="AD" clId="Web-{A1830360-A8CB-4ECF-0DFB-DEA9CD7D2208}" dt="2025-11-14T15:04:50.067" v="104" actId="20577"/>
          <ac:spMkLst>
            <pc:docMk/>
            <pc:sldMk cId="2967551655" sldId="317"/>
            <ac:spMk id="2" creationId="{6A2803E8-A280-7906-8350-17B9996654DD}"/>
          </ac:spMkLst>
        </pc:spChg>
        <pc:spChg chg="del">
          <ac:chgData name="Aparna Kini" userId="S::aparna.kini@nuvo.ai::ebbd55b2-4121-4f85-bc17-66c28d3fc3d2" providerId="AD" clId="Web-{A1830360-A8CB-4ECF-0DFB-DEA9CD7D2208}" dt="2025-11-14T15:02:11.768" v="74"/>
          <ac:spMkLst>
            <pc:docMk/>
            <pc:sldMk cId="2967551655" sldId="317"/>
            <ac:spMk id="3" creationId="{FE6F47FA-ED19-8A4B-E1A7-9C20DB7211AA}"/>
          </ac:spMkLst>
        </pc:spChg>
        <pc:spChg chg="del">
          <ac:chgData name="Aparna Kini" userId="S::aparna.kini@nuvo.ai::ebbd55b2-4121-4f85-bc17-66c28d3fc3d2" providerId="AD" clId="Web-{A1830360-A8CB-4ECF-0DFB-DEA9CD7D2208}" dt="2025-11-14T15:04:38.332" v="100"/>
          <ac:spMkLst>
            <pc:docMk/>
            <pc:sldMk cId="2967551655" sldId="317"/>
            <ac:spMk id="4" creationId="{9D9C9EDA-6051-DA16-9265-0443AA15FE5B}"/>
          </ac:spMkLst>
        </pc:spChg>
        <pc:spChg chg="del">
          <ac:chgData name="Aparna Kini" userId="S::aparna.kini@nuvo.ai::ebbd55b2-4121-4f85-bc17-66c28d3fc3d2" providerId="AD" clId="Web-{A1830360-A8CB-4ECF-0DFB-DEA9CD7D2208}" dt="2025-11-14T15:04:23.348" v="94"/>
          <ac:spMkLst>
            <pc:docMk/>
            <pc:sldMk cId="2967551655" sldId="317"/>
            <ac:spMk id="5" creationId="{34C588A0-F7DE-9D3F-C1EB-757A9F5277B0}"/>
          </ac:spMkLst>
        </pc:spChg>
        <pc:picChg chg="add mod ord modCrop">
          <ac:chgData name="Aparna Kini" userId="S::aparna.kini@nuvo.ai::ebbd55b2-4121-4f85-bc17-66c28d3fc3d2" providerId="AD" clId="Web-{A1830360-A8CB-4ECF-0DFB-DEA9CD7D2208}" dt="2025-11-14T15:03:51.753" v="88" actId="1076"/>
          <ac:picMkLst>
            <pc:docMk/>
            <pc:sldMk cId="2967551655" sldId="317"/>
            <ac:picMk id="7" creationId="{1E0D04F0-008D-52D0-E545-C95A66664740}"/>
          </ac:picMkLst>
        </pc:picChg>
      </pc:sldChg>
      <pc:sldChg chg="addSp delSp modSp new modTransition">
        <pc:chgData name="Aparna Kini" userId="S::aparna.kini@nuvo.ai::ebbd55b2-4121-4f85-bc17-66c28d3fc3d2" providerId="AD" clId="Web-{A1830360-A8CB-4ECF-0DFB-DEA9CD7D2208}" dt="2025-11-14T15:25:18.944" v="302"/>
        <pc:sldMkLst>
          <pc:docMk/>
          <pc:sldMk cId="3329976598" sldId="318"/>
        </pc:sldMkLst>
        <pc:spChg chg="mod">
          <ac:chgData name="Aparna Kini" userId="S::aparna.kini@nuvo.ai::ebbd55b2-4121-4f85-bc17-66c28d3fc3d2" providerId="AD" clId="Web-{A1830360-A8CB-4ECF-0DFB-DEA9CD7D2208}" dt="2025-11-14T15:05:42.301" v="112" actId="20577"/>
          <ac:spMkLst>
            <pc:docMk/>
            <pc:sldMk cId="3329976598" sldId="318"/>
            <ac:spMk id="2" creationId="{027502E0-A9C8-C576-8471-E439CD13DF83}"/>
          </ac:spMkLst>
        </pc:spChg>
        <pc:spChg chg="del">
          <ac:chgData name="Aparna Kini" userId="S::aparna.kini@nuvo.ai::ebbd55b2-4121-4f85-bc17-66c28d3fc3d2" providerId="AD" clId="Web-{A1830360-A8CB-4ECF-0DFB-DEA9CD7D2208}" dt="2025-11-14T15:05:56.145" v="114"/>
          <ac:spMkLst>
            <pc:docMk/>
            <pc:sldMk cId="3329976598" sldId="318"/>
            <ac:spMk id="3" creationId="{BB87E94B-FA8F-E1B8-C918-22944F41A619}"/>
          </ac:spMkLst>
        </pc:spChg>
        <pc:spChg chg="del">
          <ac:chgData name="Aparna Kini" userId="S::aparna.kini@nuvo.ai::ebbd55b2-4121-4f85-bc17-66c28d3fc3d2" providerId="AD" clId="Web-{A1830360-A8CB-4ECF-0DFB-DEA9CD7D2208}" dt="2025-11-14T15:05:45.645" v="113"/>
          <ac:spMkLst>
            <pc:docMk/>
            <pc:sldMk cId="3329976598" sldId="318"/>
            <ac:spMk id="4" creationId="{42ECDD5B-7346-E937-9167-30FEDF0F9291}"/>
          </ac:spMkLst>
        </pc:spChg>
        <pc:spChg chg="del">
          <ac:chgData name="Aparna Kini" userId="S::aparna.kini@nuvo.ai::ebbd55b2-4121-4f85-bc17-66c28d3fc3d2" providerId="AD" clId="Web-{A1830360-A8CB-4ECF-0DFB-DEA9CD7D2208}" dt="2025-11-14T15:21:52.661" v="268"/>
          <ac:spMkLst>
            <pc:docMk/>
            <pc:sldMk cId="3329976598" sldId="318"/>
            <ac:spMk id="5" creationId="{4AF2215F-1D8D-9056-99E2-63AB559700E6}"/>
          </ac:spMkLst>
        </pc:spChg>
        <pc:picChg chg="add mod ord modCrop">
          <ac:chgData name="Aparna Kini" userId="S::aparna.kini@nuvo.ai::ebbd55b2-4121-4f85-bc17-66c28d3fc3d2" providerId="AD" clId="Web-{A1830360-A8CB-4ECF-0DFB-DEA9CD7D2208}" dt="2025-11-14T15:06:37.568" v="121" actId="1076"/>
          <ac:picMkLst>
            <pc:docMk/>
            <pc:sldMk cId="3329976598" sldId="318"/>
            <ac:picMk id="7" creationId="{A8C3EBBC-1E6C-95EF-10F8-A6B3FAB2FE48}"/>
          </ac:picMkLst>
        </pc:picChg>
      </pc:sldChg>
      <pc:sldChg chg="addSp delSp modSp add replId modTransition">
        <pc:chgData name="Aparna Kini" userId="S::aparna.kini@nuvo.ai::ebbd55b2-4121-4f85-bc17-66c28d3fc3d2" providerId="AD" clId="Web-{A1830360-A8CB-4ECF-0DFB-DEA9CD7D2208}" dt="2025-11-14T15:25:18.944" v="302"/>
        <pc:sldMkLst>
          <pc:docMk/>
          <pc:sldMk cId="243046952" sldId="319"/>
        </pc:sldMkLst>
        <pc:spChg chg="mod">
          <ac:chgData name="Aparna Kini" userId="S::aparna.kini@nuvo.ai::ebbd55b2-4121-4f85-bc17-66c28d3fc3d2" providerId="AD" clId="Web-{A1830360-A8CB-4ECF-0DFB-DEA9CD7D2208}" dt="2025-11-14T15:13:46.228" v="164" actId="20577"/>
          <ac:spMkLst>
            <pc:docMk/>
            <pc:sldMk cId="243046952" sldId="319"/>
            <ac:spMk id="2" creationId="{813A6574-A8B2-FD0B-7614-BE6744CBDBD3}"/>
          </ac:spMkLst>
        </pc:spChg>
        <pc:spChg chg="add del mod">
          <ac:chgData name="Aparna Kini" userId="S::aparna.kini@nuvo.ai::ebbd55b2-4121-4f85-bc17-66c28d3fc3d2" providerId="AD" clId="Web-{A1830360-A8CB-4ECF-0DFB-DEA9CD7D2208}" dt="2025-11-14T15:15:26.216" v="182"/>
          <ac:spMkLst>
            <pc:docMk/>
            <pc:sldMk cId="243046952" sldId="319"/>
            <ac:spMk id="3" creationId="{6E42F0F1-9F44-EDCA-2411-49421FD07FC7}"/>
          </ac:spMkLst>
        </pc:spChg>
        <pc:spChg chg="del">
          <ac:chgData name="Aparna Kini" userId="S::aparna.kini@nuvo.ai::ebbd55b2-4121-4f85-bc17-66c28d3fc3d2" providerId="AD" clId="Web-{A1830360-A8CB-4ECF-0DFB-DEA9CD7D2208}" dt="2025-11-14T15:09:24.725" v="138"/>
          <ac:spMkLst>
            <pc:docMk/>
            <pc:sldMk cId="243046952" sldId="319"/>
            <ac:spMk id="5" creationId="{2D1EEB36-C342-0D9F-5E47-0E01FEDAA696}"/>
          </ac:spMkLst>
        </pc:spChg>
        <pc:spChg chg="add del mod">
          <ac:chgData name="Aparna Kini" userId="S::aparna.kini@nuvo.ai::ebbd55b2-4121-4f85-bc17-66c28d3fc3d2" providerId="AD" clId="Web-{A1830360-A8CB-4ECF-0DFB-DEA9CD7D2208}" dt="2025-11-14T15:15:33.263" v="185"/>
          <ac:spMkLst>
            <pc:docMk/>
            <pc:sldMk cId="243046952" sldId="319"/>
            <ac:spMk id="6" creationId="{7948CA95-8592-1644-9506-2498C9C0B717}"/>
          </ac:spMkLst>
        </pc:spChg>
        <pc:spChg chg="add del mod">
          <ac:chgData name="Aparna Kini" userId="S::aparna.kini@nuvo.ai::ebbd55b2-4121-4f85-bc17-66c28d3fc3d2" providerId="AD" clId="Web-{A1830360-A8CB-4ECF-0DFB-DEA9CD7D2208}" dt="2025-11-14T15:15:35.045" v="186"/>
          <ac:spMkLst>
            <pc:docMk/>
            <pc:sldMk cId="243046952" sldId="319"/>
            <ac:spMk id="8" creationId="{A94F51ED-4DFB-3E5D-5EA9-CFFAAF4B8C7F}"/>
          </ac:spMkLst>
        </pc:spChg>
        <pc:picChg chg="mod modCrop">
          <ac:chgData name="Aparna Kini" userId="S::aparna.kini@nuvo.ai::ebbd55b2-4121-4f85-bc17-66c28d3fc3d2" providerId="AD" clId="Web-{A1830360-A8CB-4ECF-0DFB-DEA9CD7D2208}" dt="2025-11-14T15:16:19.202" v="192"/>
          <ac:picMkLst>
            <pc:docMk/>
            <pc:sldMk cId="243046952" sldId="319"/>
            <ac:picMk id="40" creationId="{3210B3E6-0440-4BE3-9890-260585E73F8E}"/>
          </ac:picMkLst>
        </pc:picChg>
      </pc:sldChg>
      <pc:sldMasterChg chg="modTransition modSldLayout">
        <pc:chgData name="Aparna Kini" userId="S::aparna.kini@nuvo.ai::ebbd55b2-4121-4f85-bc17-66c28d3fc3d2" providerId="AD" clId="Web-{A1830360-A8CB-4ECF-0DFB-DEA9CD7D2208}" dt="2025-11-14T15:25:18.944" v="302"/>
        <pc:sldMasterMkLst>
          <pc:docMk/>
          <pc:sldMasterMk cId="206353974" sldId="2147483658"/>
        </pc:sldMasterMkLst>
        <pc:sldLayoutChg chg="modTransition">
          <pc:chgData name="Aparna Kini" userId="S::aparna.kini@nuvo.ai::ebbd55b2-4121-4f85-bc17-66c28d3fc3d2" providerId="AD" clId="Web-{A1830360-A8CB-4ECF-0DFB-DEA9CD7D2208}" dt="2025-11-14T15:25:18.944" v="302"/>
          <pc:sldLayoutMkLst>
            <pc:docMk/>
            <pc:sldMasterMk cId="206353974" sldId="2147483658"/>
            <pc:sldLayoutMk cId="416748941" sldId="2147483660"/>
          </pc:sldLayoutMkLst>
        </pc:sldLayoutChg>
        <pc:sldLayoutChg chg="modTransition">
          <pc:chgData name="Aparna Kini" userId="S::aparna.kini@nuvo.ai::ebbd55b2-4121-4f85-bc17-66c28d3fc3d2" providerId="AD" clId="Web-{A1830360-A8CB-4ECF-0DFB-DEA9CD7D2208}" dt="2025-11-14T15:25:18.944" v="302"/>
          <pc:sldLayoutMkLst>
            <pc:docMk/>
            <pc:sldMasterMk cId="206353974" sldId="2147483658"/>
            <pc:sldLayoutMk cId="1301667102" sldId="2147483663"/>
          </pc:sldLayoutMkLst>
        </pc:sldLayoutChg>
        <pc:sldLayoutChg chg="modTransition">
          <pc:chgData name="Aparna Kini" userId="S::aparna.kini@nuvo.ai::ebbd55b2-4121-4f85-bc17-66c28d3fc3d2" providerId="AD" clId="Web-{A1830360-A8CB-4ECF-0DFB-DEA9CD7D2208}" dt="2025-11-14T15:25:18.944" v="302"/>
          <pc:sldLayoutMkLst>
            <pc:docMk/>
            <pc:sldMasterMk cId="206353974" sldId="2147483658"/>
            <pc:sldLayoutMk cId="517703891" sldId="2147483665"/>
          </pc:sldLayoutMkLst>
        </pc:sldLayoutChg>
        <pc:sldLayoutChg chg="modTransition">
          <pc:chgData name="Aparna Kini" userId="S::aparna.kini@nuvo.ai::ebbd55b2-4121-4f85-bc17-66c28d3fc3d2" providerId="AD" clId="Web-{A1830360-A8CB-4ECF-0DFB-DEA9CD7D2208}" dt="2025-11-14T15:25:18.944" v="302"/>
          <pc:sldLayoutMkLst>
            <pc:docMk/>
            <pc:sldMasterMk cId="206353974" sldId="2147483658"/>
            <pc:sldLayoutMk cId="2651618375" sldId="2147483671"/>
          </pc:sldLayoutMkLst>
        </pc:sldLayoutChg>
        <pc:sldLayoutChg chg="modTransition">
          <pc:chgData name="Aparna Kini" userId="S::aparna.kini@nuvo.ai::ebbd55b2-4121-4f85-bc17-66c28d3fc3d2" providerId="AD" clId="Web-{A1830360-A8CB-4ECF-0DFB-DEA9CD7D2208}" dt="2025-11-14T15:25:18.944" v="302"/>
          <pc:sldLayoutMkLst>
            <pc:docMk/>
            <pc:sldMasterMk cId="206353974" sldId="2147483658"/>
            <pc:sldLayoutMk cId="3447049786" sldId="2147483672"/>
          </pc:sldLayoutMkLst>
        </pc:sldLayoutChg>
        <pc:sldLayoutChg chg="modTransition">
          <pc:chgData name="Aparna Kini" userId="S::aparna.kini@nuvo.ai::ebbd55b2-4121-4f85-bc17-66c28d3fc3d2" providerId="AD" clId="Web-{A1830360-A8CB-4ECF-0DFB-DEA9CD7D2208}" dt="2025-11-14T15:25:18.944" v="302"/>
          <pc:sldLayoutMkLst>
            <pc:docMk/>
            <pc:sldMasterMk cId="206353974" sldId="2147483658"/>
            <pc:sldLayoutMk cId="242446686" sldId="2147483673"/>
          </pc:sldLayoutMkLst>
        </pc:sldLayoutChg>
        <pc:sldLayoutChg chg="modTransition">
          <pc:chgData name="Aparna Kini" userId="S::aparna.kini@nuvo.ai::ebbd55b2-4121-4f85-bc17-66c28d3fc3d2" providerId="AD" clId="Web-{A1830360-A8CB-4ECF-0DFB-DEA9CD7D2208}" dt="2025-11-14T15:25:18.944" v="302"/>
          <pc:sldLayoutMkLst>
            <pc:docMk/>
            <pc:sldMasterMk cId="206353974" sldId="2147483658"/>
            <pc:sldLayoutMk cId="1679333356" sldId="2147483675"/>
          </pc:sldLayoutMkLst>
        </pc:sldLayoutChg>
        <pc:sldLayoutChg chg="modTransition">
          <pc:chgData name="Aparna Kini" userId="S::aparna.kini@nuvo.ai::ebbd55b2-4121-4f85-bc17-66c28d3fc3d2" providerId="AD" clId="Web-{A1830360-A8CB-4ECF-0DFB-DEA9CD7D2208}" dt="2025-11-14T15:25:18.944" v="302"/>
          <pc:sldLayoutMkLst>
            <pc:docMk/>
            <pc:sldMasterMk cId="206353974" sldId="2147483658"/>
            <pc:sldLayoutMk cId="1368677796" sldId="2147483676"/>
          </pc:sldLayoutMkLst>
        </pc:sldLayoutChg>
        <pc:sldLayoutChg chg="modTransition">
          <pc:chgData name="Aparna Kini" userId="S::aparna.kini@nuvo.ai::ebbd55b2-4121-4f85-bc17-66c28d3fc3d2" providerId="AD" clId="Web-{A1830360-A8CB-4ECF-0DFB-DEA9CD7D2208}" dt="2025-11-14T15:25:18.944" v="302"/>
          <pc:sldLayoutMkLst>
            <pc:docMk/>
            <pc:sldMasterMk cId="206353974" sldId="2147483658"/>
            <pc:sldLayoutMk cId="1466109263" sldId="2147483677"/>
          </pc:sldLayoutMkLst>
        </pc:sldLayoutChg>
        <pc:sldLayoutChg chg="modTransition">
          <pc:chgData name="Aparna Kini" userId="S::aparna.kini@nuvo.ai::ebbd55b2-4121-4f85-bc17-66c28d3fc3d2" providerId="AD" clId="Web-{A1830360-A8CB-4ECF-0DFB-DEA9CD7D2208}" dt="2025-11-14T15:25:18.944" v="302"/>
          <pc:sldLayoutMkLst>
            <pc:docMk/>
            <pc:sldMasterMk cId="206353974" sldId="2147483658"/>
            <pc:sldLayoutMk cId="896866338" sldId="2147483679"/>
          </pc:sldLayoutMkLst>
        </pc:sldLayoutChg>
        <pc:sldLayoutChg chg="modTransition">
          <pc:chgData name="Aparna Kini" userId="S::aparna.kini@nuvo.ai::ebbd55b2-4121-4f85-bc17-66c28d3fc3d2" providerId="AD" clId="Web-{A1830360-A8CB-4ECF-0DFB-DEA9CD7D2208}" dt="2025-11-14T15:25:18.944" v="302"/>
          <pc:sldLayoutMkLst>
            <pc:docMk/>
            <pc:sldMasterMk cId="206353974" sldId="2147483658"/>
            <pc:sldLayoutMk cId="3346254359" sldId="2147483680"/>
          </pc:sldLayoutMkLst>
        </pc:sldLayoutChg>
        <pc:sldLayoutChg chg="modTransition">
          <pc:chgData name="Aparna Kini" userId="S::aparna.kini@nuvo.ai::ebbd55b2-4121-4f85-bc17-66c28d3fc3d2" providerId="AD" clId="Web-{A1830360-A8CB-4ECF-0DFB-DEA9CD7D2208}" dt="2025-11-14T15:25:18.944" v="302"/>
          <pc:sldLayoutMkLst>
            <pc:docMk/>
            <pc:sldMasterMk cId="206353974" sldId="2147483658"/>
            <pc:sldLayoutMk cId="2564261173" sldId="214748368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6B1857-7F2F-4FA5-AC91-CA6CB406E5ED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1AFB1-1A0D-4465-9C69-5C319B14D7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275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37BDE-FCE3-41C4-B976-0DC28743AC5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00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F3A8F-B976-406D-827A-8714EFF80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159" y="1348536"/>
            <a:ext cx="4076458" cy="3654827"/>
          </a:xfrm>
        </p:spPr>
        <p:txBody>
          <a:bodyPr anchor="b">
            <a:normAutofit/>
          </a:bodyPr>
          <a:lstStyle>
            <a:lvl1pPr algn="r">
              <a:defRPr lang="en-US" sz="3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4851079-28FC-41AF-8373-BD8382DEDA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3159" y="5170453"/>
            <a:ext cx="4076458" cy="990197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  <a:cs typeface="Calibri"/>
              </a:rPr>
              <a:t>Click to edit master text style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D6C3907-3C68-4C02-98EE-B36817B3763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57025" y="0"/>
            <a:ext cx="6734974" cy="6858001"/>
          </a:xfrm>
          <a:custGeom>
            <a:avLst/>
            <a:gdLst>
              <a:gd name="connsiteX0" fmla="*/ 1 w 6734974"/>
              <a:gd name="connsiteY0" fmla="*/ 6292661 h 6858001"/>
              <a:gd name="connsiteX1" fmla="*/ 6734974 w 6734974"/>
              <a:gd name="connsiteY1" fmla="*/ 6292661 h 6858001"/>
              <a:gd name="connsiteX2" fmla="*/ 6734974 w 6734974"/>
              <a:gd name="connsiteY2" fmla="*/ 6858001 h 6858001"/>
              <a:gd name="connsiteX3" fmla="*/ 1 w 6734974"/>
              <a:gd name="connsiteY3" fmla="*/ 6858001 h 6858001"/>
              <a:gd name="connsiteX4" fmla="*/ 0 w 6734974"/>
              <a:gd name="connsiteY4" fmla="*/ 0 h 6858001"/>
              <a:gd name="connsiteX5" fmla="*/ 6734973 w 6734974"/>
              <a:gd name="connsiteY5" fmla="*/ 0 h 6858001"/>
              <a:gd name="connsiteX6" fmla="*/ 6734973 w 6734974"/>
              <a:gd name="connsiteY6" fmla="*/ 6256019 h 6858001"/>
              <a:gd name="connsiteX7" fmla="*/ 0 w 6734974"/>
              <a:gd name="connsiteY7" fmla="*/ 6256019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34974" h="6858001">
                <a:moveTo>
                  <a:pt x="1" y="6292661"/>
                </a:moveTo>
                <a:lnTo>
                  <a:pt x="6734974" y="6292661"/>
                </a:lnTo>
                <a:lnTo>
                  <a:pt x="6734974" y="6858001"/>
                </a:lnTo>
                <a:lnTo>
                  <a:pt x="1" y="6858001"/>
                </a:lnTo>
                <a:close/>
                <a:moveTo>
                  <a:pt x="0" y="0"/>
                </a:moveTo>
                <a:lnTo>
                  <a:pt x="6734973" y="0"/>
                </a:lnTo>
                <a:lnTo>
                  <a:pt x="6734973" y="6256019"/>
                </a:lnTo>
                <a:lnTo>
                  <a:pt x="0" y="625601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984E7FD-271C-4B10-826F-A323C479DD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93159" y="6274339"/>
            <a:ext cx="1139884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049786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AFE17E6-924C-47EE-8164-2CD1687C7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3008" y="252743"/>
            <a:ext cx="4739619" cy="304261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572DC8-7C70-4BE2-9DB2-CFABD37F8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5449" y="3548095"/>
            <a:ext cx="4739619" cy="304261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946745-2521-4BB4-80EC-24CD13FF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583" y="252743"/>
            <a:ext cx="4434721" cy="1965163"/>
          </a:xfrm>
        </p:spPr>
        <p:txBody>
          <a:bodyPr anchor="b">
            <a:normAutofit/>
          </a:bodyPr>
          <a:lstStyle>
            <a:lvl1pPr>
              <a:def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A9682C5-2804-43F9-B365-D5F853CEB3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52550" y="539750"/>
            <a:ext cx="4281488" cy="2468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1E5E2300-A2FB-4449-8855-6D21495825B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4050" y="3835400"/>
            <a:ext cx="4281488" cy="2468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F83215D-2938-4915-9C53-FDF71E3F0E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>
            <a:lvl1pPr>
              <a:defRPr sz="1800"/>
            </a:lvl1pPr>
          </a:lstStyle>
          <a:p>
            <a:r>
              <a:rPr lang="en-US" sz="1800" dirty="0">
                <a:cs typeface="Calibri"/>
              </a:rPr>
              <a:t>Click to edit master text style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B8238B2-89F4-4CBF-8949-A4979F889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Date Placeholder 6">
            <a:extLst>
              <a:ext uri="{FF2B5EF4-FFF2-40B4-BE49-F238E27FC236}">
                <a16:creationId xmlns:a16="http://schemas.microsoft.com/office/drawing/2014/main" id="{5899A11A-FB87-441D-8F10-20485D20E770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785751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4" name="Footer Placeholder 7">
            <a:extLst>
              <a:ext uri="{FF2B5EF4-FFF2-40B4-BE49-F238E27FC236}">
                <a16:creationId xmlns:a16="http://schemas.microsoft.com/office/drawing/2014/main" id="{58BCD522-5AD9-4F60-813E-CB3B6AEAB6E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 rot="16200000">
            <a:off x="9812116" y="1591485"/>
            <a:ext cx="3548094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25" name="Slide Number Placeholder 8">
            <a:extLst>
              <a:ext uri="{FF2B5EF4-FFF2-40B4-BE49-F238E27FC236}">
                <a16:creationId xmlns:a16="http://schemas.microsoft.com/office/drawing/2014/main" id="{AE30A9EF-2135-43EE-8E37-70C7EE1BCAF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46686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B8238B2-89F4-4CBF-8949-A4979F889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E48A8E28-7873-4AFA-A619-0E497E018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2268" y="536567"/>
            <a:ext cx="5784867" cy="5784867"/>
          </a:xfrm>
          <a:prstGeom prst="ellipse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946745-2521-4BB4-80EC-24CD13FF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340" y="2446418"/>
            <a:ext cx="4434721" cy="1965163"/>
          </a:xfrm>
        </p:spPr>
        <p:txBody>
          <a:bodyPr anchor="ctr">
            <a:normAutofit/>
          </a:bodyPr>
          <a:lstStyle>
            <a:lvl1pPr algn="ctr">
              <a:defRPr lang="en-US" sz="45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F83215D-2938-4915-9C53-FDF71E3F0E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92583" y="536567"/>
            <a:ext cx="4518504" cy="5784867"/>
          </a:xfrm>
        </p:spPr>
        <p:txBody>
          <a:bodyPr anchor="ctr">
            <a:normAutofit/>
          </a:bodyPr>
          <a:lstStyle>
            <a:lvl1pPr marL="0" indent="0">
              <a:lnSpc>
                <a:spcPts val="2500"/>
              </a:lnSpc>
              <a:buNone/>
              <a:defRPr sz="1800"/>
            </a:lvl1pPr>
          </a:lstStyle>
          <a:p>
            <a:r>
              <a:rPr lang="en-US" sz="1800" dirty="0">
                <a:cs typeface="Calibri"/>
              </a:rPr>
              <a:t>Click to edit master text style</a:t>
            </a:r>
          </a:p>
        </p:txBody>
      </p:sp>
      <p:sp>
        <p:nvSpPr>
          <p:cNvPr id="4" name="Graphic 13">
            <a:extLst>
              <a:ext uri="{FF2B5EF4-FFF2-40B4-BE49-F238E27FC236}">
                <a16:creationId xmlns:a16="http://schemas.microsoft.com/office/drawing/2014/main" id="{5EB0124E-1A8A-4EB1-A9CF-E273590B6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9945" y="351421"/>
            <a:ext cx="198609" cy="198609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Graphic 12">
            <a:extLst>
              <a:ext uri="{FF2B5EF4-FFF2-40B4-BE49-F238E27FC236}">
                <a16:creationId xmlns:a16="http://schemas.microsoft.com/office/drawing/2014/main" id="{44654EA2-A648-4219-B093-1C05AE96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25883" y="5732852"/>
            <a:ext cx="130186" cy="130186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Graphic 15">
            <a:extLst>
              <a:ext uri="{FF2B5EF4-FFF2-40B4-BE49-F238E27FC236}">
                <a16:creationId xmlns:a16="http://schemas.microsoft.com/office/drawing/2014/main" id="{81C0EC89-A66C-4027-8FF0-F7605B506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9223" y="1072473"/>
            <a:ext cx="182432" cy="182432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95D6AF-D6A0-4AA6-9810-97D9EBF677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85751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E5DE1C-B9B3-43A2-ADC2-A1E165568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2116" y="1591485"/>
            <a:ext cx="3548094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2333A7-2FA8-4CD0-8D5D-EE98B3E37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333356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F236E68-2CF8-44ED-939D-0302808CE8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370" cy="6858000"/>
          </a:xfrm>
          <a:custGeom>
            <a:avLst/>
            <a:gdLst>
              <a:gd name="connsiteX0" fmla="*/ 0 w 12188370"/>
              <a:gd name="connsiteY0" fmla="*/ 0 h 6858000"/>
              <a:gd name="connsiteX1" fmla="*/ 12188370 w 12188370"/>
              <a:gd name="connsiteY1" fmla="*/ 0 h 6858000"/>
              <a:gd name="connsiteX2" fmla="*/ 12188370 w 12188370"/>
              <a:gd name="connsiteY2" fmla="*/ 6858000 h 6858000"/>
              <a:gd name="connsiteX3" fmla="*/ 0 w 12188370"/>
              <a:gd name="connsiteY3" fmla="*/ 6858000 h 6858000"/>
              <a:gd name="connsiteX4" fmla="*/ 0 w 12188370"/>
              <a:gd name="connsiteY4" fmla="*/ 843875 h 6858000"/>
              <a:gd name="connsiteX5" fmla="*/ 8473201 w 12188370"/>
              <a:gd name="connsiteY5" fmla="*/ 843875 h 6858000"/>
              <a:gd name="connsiteX6" fmla="*/ 8473201 w 12188370"/>
              <a:gd name="connsiteY6" fmla="*/ 816443 h 6858000"/>
              <a:gd name="connsiteX7" fmla="*/ 0 w 12188370"/>
              <a:gd name="connsiteY7" fmla="*/ 8164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370" h="6858000">
                <a:moveTo>
                  <a:pt x="0" y="0"/>
                </a:moveTo>
                <a:lnTo>
                  <a:pt x="12188370" y="0"/>
                </a:lnTo>
                <a:lnTo>
                  <a:pt x="12188370" y="6858000"/>
                </a:lnTo>
                <a:lnTo>
                  <a:pt x="0" y="6858000"/>
                </a:lnTo>
                <a:lnTo>
                  <a:pt x="0" y="843875"/>
                </a:lnTo>
                <a:lnTo>
                  <a:pt x="8473201" y="843875"/>
                </a:lnTo>
                <a:lnTo>
                  <a:pt x="8473201" y="816443"/>
                </a:lnTo>
                <a:lnTo>
                  <a:pt x="0" y="81644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2F3A8F-B976-406D-827A-8714EFF80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6275" y="2276439"/>
            <a:ext cx="9679448" cy="2868439"/>
          </a:xfrm>
        </p:spPr>
        <p:txBody>
          <a:bodyPr anchor="b">
            <a:noAutofit/>
          </a:bodyPr>
          <a:lstStyle>
            <a:lvl1pPr algn="l">
              <a:defRPr lang="en-US" sz="7200" b="1" kern="1200" cap="all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1D9E9B9-E0A7-4C75-946E-BBAEBCC2CA6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256275" y="5098254"/>
            <a:ext cx="9679449" cy="750259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Subtitle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C6873F-B921-4626-97A7-FD8E9398E4E7}"/>
              </a:ext>
            </a:extLst>
          </p:cNvPr>
          <p:cNvCxnSpPr>
            <a:cxnSpLocks/>
          </p:cNvCxnSpPr>
          <p:nvPr userDrawn="1"/>
        </p:nvCxnSpPr>
        <p:spPr>
          <a:xfrm flipH="1">
            <a:off x="-10886" y="821523"/>
            <a:ext cx="847320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raphic 13">
            <a:extLst>
              <a:ext uri="{FF2B5EF4-FFF2-40B4-BE49-F238E27FC236}">
                <a16:creationId xmlns:a16="http://schemas.microsoft.com/office/drawing/2014/main" id="{275D0799-1240-4A8C-98BF-96679D262568}"/>
              </a:ext>
            </a:extLst>
          </p:cNvPr>
          <p:cNvSpPr/>
          <p:nvPr userDrawn="1"/>
        </p:nvSpPr>
        <p:spPr>
          <a:xfrm>
            <a:off x="544954" y="2865643"/>
            <a:ext cx="146329" cy="157937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Graphic 12">
            <a:extLst>
              <a:ext uri="{FF2B5EF4-FFF2-40B4-BE49-F238E27FC236}">
                <a16:creationId xmlns:a16="http://schemas.microsoft.com/office/drawing/2014/main" id="{3F7A1898-37E9-4DF7-9E1E-A5D41681C6D9}"/>
              </a:ext>
            </a:extLst>
          </p:cNvPr>
          <p:cNvSpPr/>
          <p:nvPr userDrawn="1"/>
        </p:nvSpPr>
        <p:spPr>
          <a:xfrm>
            <a:off x="903734" y="3094942"/>
            <a:ext cx="100584" cy="100584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DA49FC99-340D-4901-98CD-6C4D1941C969}"/>
              </a:ext>
            </a:extLst>
          </p:cNvPr>
          <p:cNvSpPr/>
          <p:nvPr userDrawn="1"/>
        </p:nvSpPr>
        <p:spPr>
          <a:xfrm>
            <a:off x="532920" y="3619230"/>
            <a:ext cx="128016" cy="128016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677796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,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48941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395" y="1825625"/>
            <a:ext cx="10069401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254359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67D4E1F-D8DD-4ED2-8901-A47E93089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946745-2521-4BB4-80EC-24CD13FF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583" y="252743"/>
            <a:ext cx="4434721" cy="4820000"/>
          </a:xfrm>
        </p:spPr>
        <p:txBody>
          <a:bodyPr anchor="b">
            <a:normAutofit/>
          </a:bodyPr>
          <a:lstStyle>
            <a:lvl1pPr>
              <a:def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A9682C5-2804-43F9-B365-D5F853CEB3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3301" y="299507"/>
            <a:ext cx="5221620" cy="625898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E19B6EE4-4480-4732-A518-32AAC2EC081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20xx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F83215D-2938-4915-9C53-FDF71E3F0E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92583" y="5377543"/>
            <a:ext cx="4434721" cy="978806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 sz="1800" dirty="0">
                <a:cs typeface="Calibri"/>
              </a:rPr>
              <a:t>Click to edit master text style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B8238B2-89F4-4CBF-8949-A4979F889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877BB9-EBFF-47D8-BB86-67C309ACB10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9812116" y="1591485"/>
            <a:ext cx="3548094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CC749-7E8D-4AF0-B13E-80DDB47E25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109263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1B15A-5639-4D83-9CDE-B6FC231C5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724" y="346498"/>
            <a:ext cx="8117654" cy="1325563"/>
          </a:xfrm>
        </p:spPr>
        <p:txBody>
          <a:bodyPr>
            <a:normAutofit/>
          </a:bodyPr>
          <a:lstStyle>
            <a:lvl1pPr>
              <a:defRPr sz="5400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AB6B174-300F-4F50-A575-00A13C1635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9438" y="2006600"/>
            <a:ext cx="2286000" cy="26082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74E96A81-148E-486F-BEFA-3D3FDB0B412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94908" y="2006380"/>
            <a:ext cx="2286000" cy="26082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17F02522-1BD4-4AC9-BBCB-05010ECC0A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10378" y="2015722"/>
            <a:ext cx="2286000" cy="26082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E961DC1B-263A-48A8-89E6-541AC356E5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27276" y="2006379"/>
            <a:ext cx="2286000" cy="26082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1" name="Text Placeholder 27">
            <a:extLst>
              <a:ext uri="{FF2B5EF4-FFF2-40B4-BE49-F238E27FC236}">
                <a16:creationId xmlns:a16="http://schemas.microsoft.com/office/drawing/2014/main" id="{2C4443B1-A455-4AF9-BE87-A07EA91F850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724" y="5017734"/>
            <a:ext cx="2286000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600" b="1" i="0" kern="1200" cap="all" spc="40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Text Placeholder 27">
            <a:extLst>
              <a:ext uri="{FF2B5EF4-FFF2-40B4-BE49-F238E27FC236}">
                <a16:creationId xmlns:a16="http://schemas.microsoft.com/office/drawing/2014/main" id="{EEC7D0BC-E2A5-4FBE-A334-D9FF80B0DD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8724" y="5352052"/>
            <a:ext cx="2286000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3" name="Text Placeholder 27">
            <a:extLst>
              <a:ext uri="{FF2B5EF4-FFF2-40B4-BE49-F238E27FC236}">
                <a16:creationId xmlns:a16="http://schemas.microsoft.com/office/drawing/2014/main" id="{0CC80C9C-897F-4C36-8150-427548D8FF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94908" y="5017734"/>
            <a:ext cx="2286000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600" b="1" i="0" kern="1200" cap="all" spc="40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/>
            </a:lvl2pPr>
          </a:lstStyle>
          <a:p>
            <a:pPr marL="3690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24" name="Text Placeholder 27">
            <a:extLst>
              <a:ext uri="{FF2B5EF4-FFF2-40B4-BE49-F238E27FC236}">
                <a16:creationId xmlns:a16="http://schemas.microsoft.com/office/drawing/2014/main" id="{A621D1DC-4C76-4E2F-A56F-7D7C193776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94908" y="5352052"/>
            <a:ext cx="2286000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2DF3BDDA-6F5B-42F5-B623-12E87B1990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0378" y="5017734"/>
            <a:ext cx="2286000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600" b="1" i="0" kern="1200" cap="all" spc="40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/>
            </a:lvl2pPr>
          </a:lstStyle>
          <a:p>
            <a:pPr marL="3690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26" name="Text Placeholder 27">
            <a:extLst>
              <a:ext uri="{FF2B5EF4-FFF2-40B4-BE49-F238E27FC236}">
                <a16:creationId xmlns:a16="http://schemas.microsoft.com/office/drawing/2014/main" id="{332AD10F-DEDB-4199-BAF1-536999434B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410378" y="5352052"/>
            <a:ext cx="2286000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7" name="Text Placeholder 27">
            <a:extLst>
              <a:ext uri="{FF2B5EF4-FFF2-40B4-BE49-F238E27FC236}">
                <a16:creationId xmlns:a16="http://schemas.microsoft.com/office/drawing/2014/main" id="{28F12227-FF8F-4C6B-910E-91A315DC22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25847" y="5017734"/>
            <a:ext cx="2285999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600" b="1" i="0" kern="1200" cap="all" spc="40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/>
            </a:lvl2pPr>
          </a:lstStyle>
          <a:p>
            <a:pPr marL="3690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8C71F03-1105-4059-948E-EE58B5878A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25847" y="5352052"/>
            <a:ext cx="2285999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F25ADF-BF1A-41A4-8F03-96470F6D079B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661988" y="6133917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C25E53-C87A-4194-B265-1AC2B8E754D8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8505756" y="845343"/>
            <a:ext cx="363392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9E8DA8-8512-47B3-8251-03433D6EA255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8610600" y="6160417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70389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t 2 column (comparison slide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ts val="2500"/>
              </a:lnSpc>
              <a:defRPr sz="2000"/>
            </a:lvl1pPr>
            <a:lvl2pPr>
              <a:lnSpc>
                <a:spcPts val="2500"/>
              </a:lnSpc>
              <a:defRPr sz="2000"/>
            </a:lvl2pPr>
            <a:lvl3pPr>
              <a:lnSpc>
                <a:spcPts val="2500"/>
              </a:lnSpc>
              <a:defRPr sz="2000"/>
            </a:lvl3pPr>
            <a:lvl4pPr>
              <a:lnSpc>
                <a:spcPts val="2500"/>
              </a:lnSpc>
              <a:defRPr sz="2000"/>
            </a:lvl4pPr>
            <a:lvl5pPr>
              <a:lnSpc>
                <a:spcPts val="2500"/>
              </a:lnSpc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ts val="2500"/>
              </a:lnSpc>
              <a:defRPr sz="2000"/>
            </a:lvl1pPr>
            <a:lvl2pPr>
              <a:lnSpc>
                <a:spcPts val="2500"/>
              </a:lnSpc>
              <a:defRPr sz="2000"/>
            </a:lvl2pPr>
            <a:lvl3pPr>
              <a:lnSpc>
                <a:spcPts val="2500"/>
              </a:lnSpc>
              <a:defRPr sz="2000"/>
            </a:lvl3pPr>
            <a:lvl4pPr>
              <a:lnSpc>
                <a:spcPts val="2500"/>
              </a:lnSpc>
              <a:defRPr sz="2000"/>
            </a:lvl4pPr>
            <a:lvl5pPr>
              <a:lnSpc>
                <a:spcPts val="2500"/>
              </a:lnSpc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5">
            <a:extLst>
              <a:ext uri="{FF2B5EF4-FFF2-40B4-BE49-F238E27FC236}">
                <a16:creationId xmlns:a16="http://schemas.microsoft.com/office/drawing/2014/main" id="{AF89E921-750A-4005-BEC2-04B9514B2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16">
            <a:extLst>
              <a:ext uri="{FF2B5EF4-FFF2-40B4-BE49-F238E27FC236}">
                <a16:creationId xmlns:a16="http://schemas.microsoft.com/office/drawing/2014/main" id="{3B378915-E570-47AE-8F85-FB8ED4A6C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4">
            <a:extLst>
              <a:ext uri="{FF2B5EF4-FFF2-40B4-BE49-F238E27FC236}">
                <a16:creationId xmlns:a16="http://schemas.microsoft.com/office/drawing/2014/main" id="{3AF1E926-D68F-4DC8-9F6D-C2C1576F9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667102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328220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3282206" cy="3684588"/>
          </a:xfrm>
        </p:spPr>
        <p:txBody>
          <a:bodyPr>
            <a:noAutofit/>
          </a:bodyPr>
          <a:lstStyle>
            <a:lvl1pPr>
              <a:lnSpc>
                <a:spcPts val="2500"/>
              </a:lnSpc>
              <a:defRPr sz="2000"/>
            </a:lvl1pPr>
            <a:lvl2pPr>
              <a:lnSpc>
                <a:spcPts val="2500"/>
              </a:lnSpc>
              <a:defRPr sz="2000"/>
            </a:lvl2pPr>
            <a:lvl3pPr>
              <a:lnSpc>
                <a:spcPts val="2500"/>
              </a:lnSpc>
              <a:defRPr sz="2000"/>
            </a:lvl3pPr>
            <a:lvl4pPr>
              <a:lnSpc>
                <a:spcPts val="2500"/>
              </a:lnSpc>
              <a:defRPr sz="2000"/>
            </a:lvl4pPr>
            <a:lvl5pPr>
              <a:lnSpc>
                <a:spcPts val="2500"/>
              </a:lnSpc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6815" y="1681163"/>
            <a:ext cx="329837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6815" y="2505075"/>
            <a:ext cx="3298370" cy="3684588"/>
          </a:xfrm>
        </p:spPr>
        <p:txBody>
          <a:bodyPr>
            <a:noAutofit/>
          </a:bodyPr>
          <a:lstStyle>
            <a:lvl1pPr>
              <a:lnSpc>
                <a:spcPts val="2500"/>
              </a:lnSpc>
              <a:defRPr sz="2000"/>
            </a:lvl1pPr>
            <a:lvl2pPr>
              <a:lnSpc>
                <a:spcPts val="2500"/>
              </a:lnSpc>
              <a:defRPr sz="2000"/>
            </a:lvl2pPr>
            <a:lvl3pPr>
              <a:lnSpc>
                <a:spcPts val="2500"/>
              </a:lnSpc>
              <a:defRPr sz="2000"/>
            </a:lvl3pPr>
            <a:lvl4pPr>
              <a:lnSpc>
                <a:spcPts val="2500"/>
              </a:lnSpc>
              <a:defRPr sz="2000"/>
            </a:lvl4pPr>
            <a:lvl5pPr>
              <a:lnSpc>
                <a:spcPts val="2500"/>
              </a:lnSpc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F0B73B7-7EF9-4436-8B85-AC6CB551C0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53841" y="1681163"/>
            <a:ext cx="329837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012A1950-E837-4678-94B1-FA24467145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53841" y="2505075"/>
            <a:ext cx="3298370" cy="3684588"/>
          </a:xfrm>
        </p:spPr>
        <p:txBody>
          <a:bodyPr>
            <a:noAutofit/>
          </a:bodyPr>
          <a:lstStyle>
            <a:lvl1pPr>
              <a:lnSpc>
                <a:spcPts val="2500"/>
              </a:lnSpc>
              <a:defRPr sz="2000"/>
            </a:lvl1pPr>
            <a:lvl2pPr>
              <a:lnSpc>
                <a:spcPts val="2500"/>
              </a:lnSpc>
              <a:defRPr sz="2000"/>
            </a:lvl2pPr>
            <a:lvl3pPr>
              <a:lnSpc>
                <a:spcPts val="2500"/>
              </a:lnSpc>
              <a:defRPr sz="2000"/>
            </a:lvl3pPr>
            <a:lvl4pPr>
              <a:lnSpc>
                <a:spcPts val="2500"/>
              </a:lnSpc>
              <a:defRPr sz="2000"/>
            </a:lvl4pPr>
            <a:lvl5pPr>
              <a:lnSpc>
                <a:spcPts val="2500"/>
              </a:lnSpc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C425DB15-1B5A-4780-98B4-C0921A42F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96A2980-FE4D-41BC-9B3F-DEC465C64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Graphic 14">
            <a:extLst>
              <a:ext uri="{FF2B5EF4-FFF2-40B4-BE49-F238E27FC236}">
                <a16:creationId xmlns:a16="http://schemas.microsoft.com/office/drawing/2014/main" id="{2BBEE260-2DCA-4E68-9719-2D94DA793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866338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95D367-78A2-47F5-B8D8-808AF3A34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11">
            <a:extLst>
              <a:ext uri="{FF2B5EF4-FFF2-40B4-BE49-F238E27FC236}">
                <a16:creationId xmlns:a16="http://schemas.microsoft.com/office/drawing/2014/main" id="{6109EF88-13AD-41C1-97AF-8C2772981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10">
            <a:extLst>
              <a:ext uri="{FF2B5EF4-FFF2-40B4-BE49-F238E27FC236}">
                <a16:creationId xmlns:a16="http://schemas.microsoft.com/office/drawing/2014/main" id="{45E9990E-4826-4D59-9C78-9A4A6CA11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2C717-2A7A-4268-8EAA-2647EC667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9031"/>
            <a:ext cx="4984628" cy="1491339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FC668B-6914-4B3A-B7DF-20E1580B17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2814530"/>
            <a:ext cx="4984628" cy="3359258"/>
          </a:xfrm>
        </p:spPr>
        <p:txBody>
          <a:bodyPr>
            <a:normAutofit/>
          </a:bodyPr>
          <a:lstStyle>
            <a:lvl1pPr marL="0" indent="0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7407AA4-CC80-45E8-B78C-F0CF175638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64666" y="1678220"/>
            <a:ext cx="4267645" cy="4267645"/>
          </a:xfrm>
          <a:custGeom>
            <a:avLst/>
            <a:gdLst>
              <a:gd name="connsiteX0" fmla="*/ 2133823 w 4267645"/>
              <a:gd name="connsiteY0" fmla="*/ 0 h 4267645"/>
              <a:gd name="connsiteX1" fmla="*/ 4267645 w 4267645"/>
              <a:gd name="connsiteY1" fmla="*/ 2133823 h 4267645"/>
              <a:gd name="connsiteX2" fmla="*/ 2133823 w 4267645"/>
              <a:gd name="connsiteY2" fmla="*/ 4267645 h 4267645"/>
              <a:gd name="connsiteX3" fmla="*/ 0 w 4267645"/>
              <a:gd name="connsiteY3" fmla="*/ 2133823 h 4267645"/>
              <a:gd name="connsiteX4" fmla="*/ 2133823 w 4267645"/>
              <a:gd name="connsiteY4" fmla="*/ 0 h 4267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67645" h="4267645">
                <a:moveTo>
                  <a:pt x="2133823" y="0"/>
                </a:moveTo>
                <a:cubicBezTo>
                  <a:pt x="3312299" y="0"/>
                  <a:pt x="4267645" y="955346"/>
                  <a:pt x="4267645" y="2133823"/>
                </a:cubicBezTo>
                <a:cubicBezTo>
                  <a:pt x="4267645" y="3312300"/>
                  <a:pt x="3312299" y="4267645"/>
                  <a:pt x="2133823" y="4267645"/>
                </a:cubicBezTo>
                <a:cubicBezTo>
                  <a:pt x="955346" y="4267645"/>
                  <a:pt x="0" y="3312300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B730DE-0120-46E6-8D3A-600D766F15D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043382-22FC-496B-AEE9-278F3734E2B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962190" y="623907"/>
            <a:ext cx="41148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288E7F-4AC4-4AE1-9CDB-DE61BFDA668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261173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6CDB3-CB80-4B55-AA7A-C57DCAC8B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908" y="894110"/>
            <a:ext cx="5181735" cy="2534890"/>
          </a:xfrm>
        </p:spPr>
        <p:txBody>
          <a:bodyPr anchor="b">
            <a:noAutofit/>
          </a:bodyPr>
          <a:lstStyle>
            <a:lvl1pPr>
              <a:defRPr lang="en-US" sz="5400" b="1" kern="1200" spc="40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24" name="Graphic 13">
            <a:extLst>
              <a:ext uri="{FF2B5EF4-FFF2-40B4-BE49-F238E27FC236}">
                <a16:creationId xmlns:a16="http://schemas.microsoft.com/office/drawing/2014/main" id="{EFD46DF2-E81B-4E77-B06D-F09DC5853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9236" y="1606411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Graphic 12">
            <a:extLst>
              <a:ext uri="{FF2B5EF4-FFF2-40B4-BE49-F238E27FC236}">
                <a16:creationId xmlns:a16="http://schemas.microsoft.com/office/drawing/2014/main" id="{D044CC36-2EFF-44B0-90A3-986DACB7E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8014" y="183570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8" name="Graphic 15">
            <a:extLst>
              <a:ext uri="{FF2B5EF4-FFF2-40B4-BE49-F238E27FC236}">
                <a16:creationId xmlns:a16="http://schemas.microsoft.com/office/drawing/2014/main" id="{AAA3D090-A815-4AF9-88CE-94F0B7DD3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3696" y="2060130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498169C0-3B43-43E5-AC66-3B5B27A466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04905" y="3728425"/>
            <a:ext cx="5181735" cy="2534890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7F553A0-E179-4D32-97DB-0F367996796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30003" y="1856226"/>
            <a:ext cx="2040674" cy="2040674"/>
          </a:xfrm>
          <a:custGeom>
            <a:avLst/>
            <a:gdLst>
              <a:gd name="connsiteX0" fmla="*/ 1020337 w 2040674"/>
              <a:gd name="connsiteY0" fmla="*/ 0 h 2040674"/>
              <a:gd name="connsiteX1" fmla="*/ 2040674 w 2040674"/>
              <a:gd name="connsiteY1" fmla="*/ 1020337 h 2040674"/>
              <a:gd name="connsiteX2" fmla="*/ 1020337 w 2040674"/>
              <a:gd name="connsiteY2" fmla="*/ 2040674 h 2040674"/>
              <a:gd name="connsiteX3" fmla="*/ 0 w 2040674"/>
              <a:gd name="connsiteY3" fmla="*/ 1020337 h 2040674"/>
              <a:gd name="connsiteX4" fmla="*/ 1020337 w 2040674"/>
              <a:gd name="connsiteY4" fmla="*/ 0 h 2040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0674" h="2040674">
                <a:moveTo>
                  <a:pt x="1020337" y="0"/>
                </a:moveTo>
                <a:cubicBezTo>
                  <a:pt x="1583854" y="0"/>
                  <a:pt x="2040674" y="456820"/>
                  <a:pt x="2040674" y="1020337"/>
                </a:cubicBezTo>
                <a:cubicBezTo>
                  <a:pt x="2040674" y="1583854"/>
                  <a:pt x="1583854" y="2040674"/>
                  <a:pt x="1020337" y="2040674"/>
                </a:cubicBezTo>
                <a:cubicBezTo>
                  <a:pt x="456820" y="2040674"/>
                  <a:pt x="0" y="1583854"/>
                  <a:pt x="0" y="1020337"/>
                </a:cubicBezTo>
                <a:cubicBezTo>
                  <a:pt x="0" y="456820"/>
                  <a:pt x="456820" y="0"/>
                  <a:pt x="102033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9BD1CE3-05F6-44F6-B6FB-EB60AB96BE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25160" y="0"/>
            <a:ext cx="2866840" cy="2925044"/>
          </a:xfrm>
          <a:custGeom>
            <a:avLst/>
            <a:gdLst>
              <a:gd name="connsiteX0" fmla="*/ 1437601 w 2866840"/>
              <a:gd name="connsiteY0" fmla="*/ 0 h 2925044"/>
              <a:gd name="connsiteX1" fmla="*/ 1488735 w 2866840"/>
              <a:gd name="connsiteY1" fmla="*/ 0 h 2925044"/>
              <a:gd name="connsiteX2" fmla="*/ 1612768 w 2866840"/>
              <a:gd name="connsiteY2" fmla="*/ 6263 h 2925044"/>
              <a:gd name="connsiteX3" fmla="*/ 2860554 w 2866840"/>
              <a:gd name="connsiteY3" fmla="*/ 1026775 h 2925044"/>
              <a:gd name="connsiteX4" fmla="*/ 2866840 w 2866840"/>
              <a:gd name="connsiteY4" fmla="*/ 1051223 h 2925044"/>
              <a:gd name="connsiteX5" fmla="*/ 2866840 w 2866840"/>
              <a:gd name="connsiteY5" fmla="*/ 1872530 h 2925044"/>
              <a:gd name="connsiteX6" fmla="*/ 2860554 w 2866840"/>
              <a:gd name="connsiteY6" fmla="*/ 1896978 h 2925044"/>
              <a:gd name="connsiteX7" fmla="*/ 1463168 w 2866840"/>
              <a:gd name="connsiteY7" fmla="*/ 2925044 h 2925044"/>
              <a:gd name="connsiteX8" fmla="*/ 0 w 2866840"/>
              <a:gd name="connsiteY8" fmla="*/ 1461877 h 2925044"/>
              <a:gd name="connsiteX9" fmla="*/ 1313568 w 2866840"/>
              <a:gd name="connsiteY9" fmla="*/ 6263 h 292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66840" h="2925044">
                <a:moveTo>
                  <a:pt x="1437601" y="0"/>
                </a:moveTo>
                <a:lnTo>
                  <a:pt x="1488735" y="0"/>
                </a:lnTo>
                <a:lnTo>
                  <a:pt x="1612768" y="6263"/>
                </a:lnTo>
                <a:cubicBezTo>
                  <a:pt x="2203017" y="66206"/>
                  <a:pt x="2689551" y="476982"/>
                  <a:pt x="2860554" y="1026775"/>
                </a:cubicBezTo>
                <a:lnTo>
                  <a:pt x="2866840" y="1051223"/>
                </a:lnTo>
                <a:lnTo>
                  <a:pt x="2866840" y="1872530"/>
                </a:lnTo>
                <a:lnTo>
                  <a:pt x="2860554" y="1896978"/>
                </a:lnTo>
                <a:cubicBezTo>
                  <a:pt x="2675300" y="2492588"/>
                  <a:pt x="2119737" y="2925044"/>
                  <a:pt x="1463168" y="2925044"/>
                </a:cubicBezTo>
                <a:cubicBezTo>
                  <a:pt x="655082" y="2925044"/>
                  <a:pt x="0" y="2269962"/>
                  <a:pt x="0" y="1461877"/>
                </a:cubicBezTo>
                <a:cubicBezTo>
                  <a:pt x="0" y="704296"/>
                  <a:pt x="575756" y="81192"/>
                  <a:pt x="1313568" y="626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86562173-D9DF-4B80-B41C-B2366D8F2C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465227" y="3267983"/>
            <a:ext cx="3726773" cy="3590017"/>
          </a:xfrm>
          <a:custGeom>
            <a:avLst/>
            <a:gdLst>
              <a:gd name="connsiteX0" fmla="*/ 2272751 w 3726773"/>
              <a:gd name="connsiteY0" fmla="*/ 0 h 3590017"/>
              <a:gd name="connsiteX1" fmla="*/ 3718432 w 3726773"/>
              <a:gd name="connsiteY1" fmla="*/ 518986 h 3590017"/>
              <a:gd name="connsiteX2" fmla="*/ 3726773 w 3726773"/>
              <a:gd name="connsiteY2" fmla="*/ 526567 h 3590017"/>
              <a:gd name="connsiteX3" fmla="*/ 3726773 w 3726773"/>
              <a:gd name="connsiteY3" fmla="*/ 3590017 h 3590017"/>
              <a:gd name="connsiteX4" fmla="*/ 422959 w 3726773"/>
              <a:gd name="connsiteY4" fmla="*/ 3590017 h 3590017"/>
              <a:gd name="connsiteX5" fmla="*/ 388150 w 3726773"/>
              <a:gd name="connsiteY5" fmla="*/ 3543469 h 3590017"/>
              <a:gd name="connsiteX6" fmla="*/ 0 w 3726773"/>
              <a:gd name="connsiteY6" fmla="*/ 2272752 h 3590017"/>
              <a:gd name="connsiteX7" fmla="*/ 2272751 w 3726773"/>
              <a:gd name="connsiteY7" fmla="*/ 0 h 359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26773" h="3590017">
                <a:moveTo>
                  <a:pt x="2272751" y="0"/>
                </a:moveTo>
                <a:cubicBezTo>
                  <a:pt x="2821903" y="0"/>
                  <a:pt x="3325566" y="194765"/>
                  <a:pt x="3718432" y="518986"/>
                </a:cubicBezTo>
                <a:lnTo>
                  <a:pt x="3726773" y="526567"/>
                </a:lnTo>
                <a:lnTo>
                  <a:pt x="3726773" y="3590017"/>
                </a:lnTo>
                <a:lnTo>
                  <a:pt x="422959" y="3590017"/>
                </a:lnTo>
                <a:lnTo>
                  <a:pt x="388150" y="3543469"/>
                </a:lnTo>
                <a:cubicBezTo>
                  <a:pt x="143093" y="3180735"/>
                  <a:pt x="0" y="2743454"/>
                  <a:pt x="0" y="2272752"/>
                </a:cubicBezTo>
                <a:cubicBezTo>
                  <a:pt x="0" y="1017546"/>
                  <a:pt x="1017546" y="0"/>
                  <a:pt x="2272751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5" name="Slide Number Placeholder 8">
            <a:extLst>
              <a:ext uri="{FF2B5EF4-FFF2-40B4-BE49-F238E27FC236}">
                <a16:creationId xmlns:a16="http://schemas.microsoft.com/office/drawing/2014/main" id="{2CFE18B2-C456-4DF2-9D4C-6A9017A62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8ABD619-DC62-4FA6-8ABC-122A5C4B4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98E82A-0F3A-4A95-B364-F76F0A493755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301262" y="21822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532504-F5A4-48F8-B4E9-260A94B9BDA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 rot="16200000">
            <a:off x="-762668" y="4999038"/>
            <a:ext cx="335280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618375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accent2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53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5" r:id="rId3"/>
    <p:sldLayoutId id="2147483676" r:id="rId4"/>
    <p:sldLayoutId id="2147483660" r:id="rId5"/>
    <p:sldLayoutId id="2147483680" r:id="rId6"/>
    <p:sldLayoutId id="2147483677" r:id="rId7"/>
    <p:sldLayoutId id="2147483665" r:id="rId8"/>
    <p:sldLayoutId id="2147483663" r:id="rId9"/>
    <p:sldLayoutId id="2147483679" r:id="rId10"/>
    <p:sldLayoutId id="2147483681" r:id="rId11"/>
    <p:sldLayoutId id="2147483671" r:id="rId12"/>
  </p:sldLayoutIdLst>
  <p:transition spd="slow">
    <p:wip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dwebcomicswiki.shoutwiki.com/wiki/Mouichido_Rendezvous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hyperlink" Target="https://www.bmj.com/content/370/bmj.m3164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jpeg"/><Relationship Id="rId5" Type="http://schemas.openxmlformats.org/officeDocument/2006/relationships/hyperlink" Target="https://durak.org/photos/seandreilinger/2109841271/" TargetMode="Externa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C17278C5-34E8-4293-BE47-73B18483A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!!Rectangle">
            <a:extLst>
              <a:ext uri="{FF2B5EF4-FFF2-40B4-BE49-F238E27FC236}">
                <a16:creationId xmlns:a16="http://schemas.microsoft.com/office/drawing/2014/main" id="{9A3F5928-D955-456A-97B5-AA390B8CE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5" name="Picture Placeholder 5" descr="A hospital bed in a room&#10;&#10;AI-generated content may be incorrect.">
            <a:extLst>
              <a:ext uri="{FF2B5EF4-FFF2-40B4-BE49-F238E27FC236}">
                <a16:creationId xmlns:a16="http://schemas.microsoft.com/office/drawing/2014/main" id="{B5F22C11-4FE3-4065-96C3-C3A1E470B97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5556" r="5556"/>
          <a:stretch>
            <a:fillRect/>
          </a:stretch>
        </p:blipFill>
        <p:spPr>
          <a:xfrm>
            <a:off x="11226" y="2329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AE4F1D-F101-4E88-9698-51D314EF2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275" y="2271449"/>
            <a:ext cx="9679449" cy="284705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6000">
                <a:solidFill>
                  <a:srgbClr val="FFFFFF"/>
                </a:solidFill>
              </a:rPr>
              <a:t>DharaMitra</a:t>
            </a:r>
            <a:r>
              <a:rPr lang="en-US" sz="5600" b="1" i="0" kern="1200" cap="all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 algn="l"/>
            <a:r>
              <a:rPr lang="en-US" sz="5600" b="1" i="0" kern="1200" cap="all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Revolutionizing post-</a:t>
            </a:r>
            <a:endParaRPr lang="en-US" sz="5600" b="1" i="0" kern="1200" cap="all" baseline="0" dirty="0">
              <a:solidFill>
                <a:srgbClr val="FFFFFF"/>
              </a:solidFill>
              <a:latin typeface="+mj-lt"/>
            </a:endParaRPr>
          </a:p>
          <a:p>
            <a:pPr algn="l"/>
            <a:r>
              <a:rPr lang="en-US" sz="5600" b="1" i="0" kern="1200" cap="all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surgery care with AI </a:t>
            </a:r>
            <a:endParaRPr lang="en-US" sz="5600" b="1" i="0" kern="1200" cap="all" baseline="0" dirty="0">
              <a:solidFill>
                <a:srgbClr val="FFFFFF"/>
              </a:solidFill>
              <a:latin typeface="+mj-lt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954" y="2875093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69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3734" y="31043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70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414" y="361953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1E138A-88B0-142B-5D90-0DFA4F6F3AE0}"/>
              </a:ext>
            </a:extLst>
          </p:cNvPr>
          <p:cNvSpPr txBox="1"/>
          <p:nvPr/>
        </p:nvSpPr>
        <p:spPr>
          <a:xfrm>
            <a:off x="5456238" y="6858000"/>
            <a:ext cx="6735762" cy="3175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/>
              <a:t>ThePhoto by PhotoAuthor is licensed under CCYYSA.</a:t>
            </a:r>
          </a:p>
        </p:txBody>
      </p:sp>
    </p:spTree>
    <p:extLst>
      <p:ext uri="{BB962C8B-B14F-4D97-AF65-F5344CB8AC3E}">
        <p14:creationId xmlns:p14="http://schemas.microsoft.com/office/powerpoint/2010/main" val="1917632219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7DE92-075C-43EC-8CB3-D334B9CF3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340" y="2446418"/>
            <a:ext cx="4434721" cy="1965163"/>
          </a:xfrm>
        </p:spPr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Critical Gaps in Post-Surgery Care for</a:t>
            </a:r>
            <a:endParaRPr lang="en-US"/>
          </a:p>
          <a:p>
            <a:r>
              <a:rPr lang="en-US">
                <a:ea typeface="+mj-lt"/>
                <a:cs typeface="+mj-lt"/>
              </a:rPr>
              <a:t>Patients and Doctors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994E4-45F6-40E9-98B7-10B9F6F05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251067"/>
            <a:ext cx="4518504" cy="4103984"/>
          </a:xfrm>
        </p:spPr>
        <p:txBody>
          <a:bodyPr>
            <a:normAutofit/>
          </a:bodyPr>
          <a:lstStyle/>
          <a:p>
            <a:pPr marL="285750" indent="-285750">
              <a:buChar char="•"/>
            </a:pPr>
            <a:r>
              <a:rPr lang="en-US" dirty="0">
                <a:ea typeface="+mn-lt"/>
                <a:cs typeface="+mn-lt"/>
              </a:rPr>
              <a:t>Post-surgery patients lack continuous support. </a:t>
            </a:r>
            <a:endParaRPr lang="en-US"/>
          </a:p>
          <a:p>
            <a:pPr marL="285750" indent="-285750">
              <a:buChar char="•"/>
            </a:pPr>
            <a:r>
              <a:rPr lang="en-US" dirty="0">
                <a:ea typeface="+mn-lt"/>
                <a:cs typeface="+mn-lt"/>
              </a:rPr>
              <a:t>Patients miss early signs of infection at home. </a:t>
            </a:r>
          </a:p>
          <a:p>
            <a:pPr marL="285750" indent="-285750">
              <a:buChar char="•"/>
            </a:pPr>
            <a:r>
              <a:rPr lang="en-US" dirty="0">
                <a:ea typeface="+mn-lt"/>
                <a:cs typeface="+mn-lt"/>
              </a:rPr>
              <a:t>Discharge summaries are confusing and hard to follow. </a:t>
            </a:r>
            <a:endParaRPr lang="en-US" dirty="0"/>
          </a:p>
          <a:p>
            <a:pPr marL="285750" indent="-285750">
              <a:buChar char="•"/>
            </a:pPr>
            <a:r>
              <a:rPr lang="en-US" dirty="0">
                <a:ea typeface="+mn-lt"/>
                <a:cs typeface="+mn-lt"/>
              </a:rPr>
              <a:t>Doctors have no visibility into home-based recovery. </a:t>
            </a:r>
            <a:endParaRPr lang="en-US" dirty="0"/>
          </a:p>
          <a:p>
            <a:pPr marL="285750" indent="-285750">
              <a:buChar char="•"/>
            </a:pPr>
            <a:r>
              <a:rPr lang="en-US" dirty="0">
                <a:ea typeface="+mn-lt"/>
                <a:cs typeface="+mn-lt"/>
              </a:rPr>
              <a:t>Post-operative care is fragmented and unstructured. 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B871D8-7F53-435E-8E05-EEF9FB711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DE5327-CD81-0D6F-6E5B-A32CA3B28C4B}"/>
              </a:ext>
            </a:extLst>
          </p:cNvPr>
          <p:cNvSpPr txBox="1"/>
          <p:nvPr/>
        </p:nvSpPr>
        <p:spPr>
          <a:xfrm>
            <a:off x="6095999" y="941294"/>
            <a:ext cx="481852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aseline="0">
                <a:latin typeface="Corbel"/>
              </a:rPr>
              <a:t>Where recovery fails: visibility, guidance, and continuity break down after discharge</a:t>
            </a:r>
            <a:r>
              <a:rPr sz="1800">
                <a:latin typeface="Corbel"/>
                <a:ea typeface="Corbel"/>
                <a:cs typeface="Corbel"/>
              </a:rPr>
              <a:t>​</a:t>
            </a:r>
            <a:endParaRPr lang="en-GB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760511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39" descr="Artificial Intelligence Free Stock Photo - Public Domain Pictures">
            <a:extLst>
              <a:ext uri="{FF2B5EF4-FFF2-40B4-BE49-F238E27FC236}">
                <a16:creationId xmlns:a16="http://schemas.microsoft.com/office/drawing/2014/main" id="{349B49B8-DB39-4E92-A441-F8078B215C3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alphaModFix amt="35000"/>
          </a:blip>
          <a:srcRect l="210" r="7131" b="120"/>
          <a:stretch>
            <a:fillRect/>
          </a:stretch>
        </p:blipFill>
        <p:spPr>
          <a:xfrm>
            <a:off x="33582" y="-698"/>
            <a:ext cx="12130300" cy="686779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275" y="2276439"/>
            <a:ext cx="9679448" cy="286843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b="0">
                <a:ea typeface="+mj-lt"/>
                <a:cs typeface="+mj-lt"/>
              </a:rPr>
              <a:t>Key features that detect risks early,</a:t>
            </a:r>
            <a:endParaRPr lang="en-US"/>
          </a:p>
          <a:p>
            <a:r>
              <a:rPr lang="en-US" b="0">
                <a:ea typeface="+mj-lt"/>
                <a:cs typeface="+mj-lt"/>
              </a:rPr>
              <a:t>simplify care, and guide recovery 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939708-DC4B-8BBC-E3A7-226B8ABC5A6F}"/>
              </a:ext>
            </a:extLst>
          </p:cNvPr>
          <p:cNvSpPr txBox="1"/>
          <p:nvPr/>
        </p:nvSpPr>
        <p:spPr>
          <a:xfrm>
            <a:off x="34925" y="6858000"/>
            <a:ext cx="12118975" cy="31750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r>
              <a:rPr lang="en-US"/>
              <a:t>ThePhoto by PhotoAuthor is licensed under CCYYSA.</a:t>
            </a:r>
          </a:p>
        </p:txBody>
      </p:sp>
    </p:spTree>
    <p:extLst>
      <p:ext uri="{BB962C8B-B14F-4D97-AF65-F5344CB8AC3E}">
        <p14:creationId xmlns:p14="http://schemas.microsoft.com/office/powerpoint/2010/main" val="20054473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803E8-A280-7906-8350-17B999665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583" y="1014743"/>
            <a:ext cx="4434721" cy="4820000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685800" indent="-685800">
              <a:buFont typeface="Arial"/>
              <a:buChar char="•"/>
            </a:pPr>
            <a:r>
              <a:rPr lang="en-GB" sz="3600">
                <a:ea typeface="+mj-lt"/>
                <a:cs typeface="+mj-lt"/>
              </a:rPr>
              <a:t>Daily recovery dashboard with guided</a:t>
            </a:r>
            <a:endParaRPr lang="en-US" sz="3600"/>
          </a:p>
          <a:p>
            <a:pPr marL="685800" indent="-685800">
              <a:buFont typeface="Arial"/>
              <a:buChar char="•"/>
            </a:pPr>
            <a:r>
              <a:rPr lang="en-GB" sz="3600">
                <a:ea typeface="+mj-lt"/>
                <a:cs typeface="+mj-lt"/>
              </a:rPr>
              <a:t>instructions. </a:t>
            </a:r>
            <a:br>
              <a:rPr lang="en-GB" sz="3600">
                <a:ea typeface="+mj-lt"/>
                <a:cs typeface="+mj-lt"/>
              </a:rPr>
            </a:br>
            <a:r>
              <a:rPr lang="en-GB" sz="3600">
                <a:ea typeface="+mj-lt"/>
                <a:cs typeface="+mj-lt"/>
              </a:rPr>
              <a:t>Alerts and reminders for tasks, meds, and risk signs. </a:t>
            </a:r>
            <a:endParaRPr lang="en-GB" sz="3600"/>
          </a:p>
        </p:txBody>
      </p:sp>
      <p:pic>
        <p:nvPicPr>
          <p:cNvPr id="7" name="Picture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0D04F0-008D-52D0-E545-C95A6666474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64" t="934" r="635" b="1168"/>
          <a:stretch>
            <a:fillRect/>
          </a:stretch>
        </p:blipFill>
        <p:spPr>
          <a:xfrm>
            <a:off x="4360" y="2080959"/>
            <a:ext cx="5778695" cy="294783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9B74E-F414-5ED6-7E26-7EF6CE5155F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551655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C9419A-CFA6-4C0B-9B57-57594DAD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583" y="252743"/>
            <a:ext cx="4434721" cy="4820000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Clean, simplified discharge summaries. </a:t>
            </a:r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F91112-A5C0-4B96-AC4C-D38E24BA93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/>
          <a:stretch/>
        </p:blipFill>
        <p:spPr>
          <a:xfrm>
            <a:off x="4360" y="2000946"/>
            <a:ext cx="5781913" cy="2867312"/>
          </a:xfr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AC5BA90-3BE1-4D71-A618-45B4BD8ADA5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83468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502E0-A9C8-C576-8471-E439CD13D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Arial"/>
              <a:buChar char="•"/>
            </a:pPr>
            <a:r>
              <a:rPr lang="en-GB" sz="3600">
                <a:ea typeface="+mj-lt"/>
                <a:cs typeface="+mj-lt"/>
              </a:rPr>
              <a:t>AI-based wound photo analysis for</a:t>
            </a:r>
            <a:endParaRPr lang="en-US" sz="3600"/>
          </a:p>
          <a:p>
            <a:pPr marL="571500" indent="-571500">
              <a:buFont typeface="Arial"/>
              <a:buChar char="•"/>
            </a:pPr>
            <a:r>
              <a:rPr lang="en-GB" sz="3600">
                <a:ea typeface="+mj-lt"/>
                <a:cs typeface="+mj-lt"/>
              </a:rPr>
              <a:t>early issue detection. </a:t>
            </a:r>
            <a:br>
              <a:rPr lang="en-GB" sz="3600">
                <a:ea typeface="+mj-lt"/>
                <a:cs typeface="+mj-lt"/>
              </a:rPr>
            </a:br>
            <a:r>
              <a:rPr lang="en-GB" sz="3600">
                <a:ea typeface="+mj-lt"/>
                <a:cs typeface="+mj-lt"/>
              </a:rPr>
              <a:t>Healing timeline with visual wound progression. </a:t>
            </a:r>
            <a:endParaRPr lang="en-GB"/>
          </a:p>
        </p:txBody>
      </p:sp>
      <p:pic>
        <p:nvPicPr>
          <p:cNvPr id="7" name="Picture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C3EBBC-1E6C-95EF-10F8-A6B3FAB2FE4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-181" t="890" r="361" b="323"/>
          <a:stretch>
            <a:fillRect/>
          </a:stretch>
        </p:blipFill>
        <p:spPr>
          <a:xfrm>
            <a:off x="4361" y="1980105"/>
            <a:ext cx="5804391" cy="289973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4A188-5EB8-0723-C9A2-4E3271B1495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97659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4ABAF7-1653-2BED-8A81-169D0CDD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39" descr="Heart Care Medical · Free image on Pixabay">
            <a:extLst>
              <a:ext uri="{FF2B5EF4-FFF2-40B4-BE49-F238E27FC236}">
                <a16:creationId xmlns:a16="http://schemas.microsoft.com/office/drawing/2014/main" id="{3210B3E6-0440-4BE3-9890-260585E73F8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alphaModFix amt="34000"/>
          </a:blip>
          <a:srcRect/>
          <a:stretch/>
        </p:blipFill>
        <p:spPr>
          <a:xfrm>
            <a:off x="3514799" y="-2277"/>
            <a:ext cx="8811889" cy="620140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3A6574-A8B2-FD0B-7614-BE6744CBD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275" y="2276439"/>
            <a:ext cx="9679448" cy="28684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0">
                <a:ea typeface="+mj-lt"/>
                <a:cs typeface="+mj-lt"/>
              </a:rPr>
              <a:t>Healthcare Impact</a:t>
            </a:r>
            <a:r>
              <a:rPr lang="en-US" b="0" dirty="0">
                <a:ea typeface="+mj-lt"/>
                <a:cs typeface="+mj-lt"/>
              </a:rPr>
              <a:t> </a:t>
            </a:r>
            <a:endParaRPr lang="en-US" dirty="0"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3046952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ABC42-7E22-4F59-A0B6-AD98B5CAE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095858"/>
            <a:ext cx="9972743" cy="801826"/>
          </a:xfrm>
        </p:spPr>
        <p:txBody>
          <a:bodyPr>
            <a:normAutofit/>
          </a:bodyPr>
          <a:lstStyle/>
          <a:p>
            <a:r>
              <a:rPr lang="en-US" b="0" dirty="0">
                <a:ea typeface="+mn-lt"/>
                <a:cs typeface="+mn-lt"/>
              </a:rPr>
              <a:t>Quantified outcomes that reduce complications, readmissions, and improve satisfaction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E9CB6C-6FF8-4B8C-9B41-2DDD39B25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7620482" cy="36845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90000"/>
              </a:lnSpc>
              <a:buFont typeface="Arial,Sans-Serif" panose="020B0604020202020204" pitchFamily="34" charset="0"/>
            </a:pPr>
            <a:r>
              <a:rPr lang="en-US" sz="1800">
                <a:latin typeface="Corbel"/>
                <a:ea typeface="+mn-lt"/>
                <a:cs typeface="+mn-lt"/>
              </a:rPr>
              <a:t>Early detection reduces complications by 30–40%.</a:t>
            </a:r>
            <a:endParaRPr lang="en-US" sz="1800">
              <a:solidFill>
                <a:srgbClr val="FFFFFF"/>
              </a:solidFill>
              <a:latin typeface="Corbel"/>
              <a:ea typeface="+mn-lt"/>
              <a:cs typeface="+mn-lt"/>
            </a:endParaRPr>
          </a:p>
          <a:p>
            <a:pPr marL="285750" indent="-285750">
              <a:lnSpc>
                <a:spcPct val="90000"/>
              </a:lnSpc>
              <a:buFont typeface="Arial,Sans-Serif" panose="020B0604020202020204" pitchFamily="34" charset="0"/>
            </a:pPr>
            <a:r>
              <a:rPr lang="en-US" sz="1800">
                <a:latin typeface="Corbel"/>
                <a:ea typeface="+mn-lt"/>
                <a:cs typeface="+mn-lt"/>
              </a:rPr>
              <a:t>Lowers readmission rates and emergency visits.</a:t>
            </a:r>
            <a:endParaRPr lang="en-US" sz="1800">
              <a:solidFill>
                <a:srgbClr val="FFFFFF"/>
              </a:solidFill>
              <a:latin typeface="Corbel"/>
              <a:ea typeface="+mn-lt"/>
              <a:cs typeface="+mn-lt"/>
            </a:endParaRPr>
          </a:p>
          <a:p>
            <a:pPr marL="285750" indent="-285750">
              <a:lnSpc>
                <a:spcPct val="90000"/>
              </a:lnSpc>
              <a:buFont typeface="Arial,Sans-Serif" panose="020B0604020202020204" pitchFamily="34" charset="0"/>
            </a:pPr>
            <a:r>
              <a:rPr lang="en-US" sz="1800">
                <a:latin typeface="Corbel"/>
                <a:ea typeface="+mn-lt"/>
                <a:cs typeface="+mn-lt"/>
              </a:rPr>
              <a:t>Provides </a:t>
            </a:r>
            <a:r>
              <a:rPr lang="en-US" sz="1800">
                <a:latin typeface="Corbel"/>
              </a:rPr>
              <a:t>surgeons with real-world </a:t>
            </a:r>
            <a:r>
              <a:rPr lang="en-US" sz="1800">
                <a:latin typeface="Corbel"/>
                <a:ea typeface="+mn-lt"/>
                <a:cs typeface="+mn-lt"/>
              </a:rPr>
              <a:t>outcome data.</a:t>
            </a:r>
            <a:endParaRPr lang="en-US" sz="1800">
              <a:solidFill>
                <a:srgbClr val="FFFFFF"/>
              </a:solidFill>
              <a:latin typeface="Corbel"/>
              <a:ea typeface="+mn-lt"/>
              <a:cs typeface="+mn-lt"/>
            </a:endParaRPr>
          </a:p>
          <a:p>
            <a:pPr marL="285750" indent="-285750">
              <a:lnSpc>
                <a:spcPct val="90000"/>
              </a:lnSpc>
              <a:buFont typeface="Arial,Sans-Serif" panose="020B0604020202020204" pitchFamily="34" charset="0"/>
            </a:pPr>
            <a:r>
              <a:rPr lang="en-US" sz="1800">
                <a:latin typeface="Corbel"/>
              </a:rPr>
              <a:t>Improves patient confidence </a:t>
            </a:r>
            <a:r>
              <a:rPr lang="en-US" sz="1800">
                <a:latin typeface="Corbel"/>
                <a:ea typeface="+mn-lt"/>
                <a:cs typeface="+mn-lt"/>
              </a:rPr>
              <a:t>and </a:t>
            </a:r>
            <a:r>
              <a:rPr lang="en-US" sz="1800">
                <a:latin typeface="Corbel"/>
              </a:rPr>
              <a:t>satisfaction</a:t>
            </a:r>
            <a:r>
              <a:rPr lang="en-US" sz="1800">
                <a:latin typeface="Corbel"/>
                <a:ea typeface="+mn-lt"/>
                <a:cs typeface="+mn-lt"/>
              </a:rPr>
              <a:t>.</a:t>
            </a:r>
            <a:endParaRPr lang="en-US" sz="1800">
              <a:solidFill>
                <a:srgbClr val="FFFFFF"/>
              </a:solidFill>
              <a:latin typeface="Corbel"/>
            </a:endParaRPr>
          </a:p>
          <a:p>
            <a:pPr marL="285750" indent="-285750">
              <a:lnSpc>
                <a:spcPct val="90000"/>
              </a:lnSpc>
              <a:buFont typeface="Arial,Sans-Serif" panose="020B0604020202020204" pitchFamily="34" charset="0"/>
            </a:pPr>
            <a:r>
              <a:rPr lang="en-US" sz="1800">
                <a:latin typeface="Corbel"/>
              </a:rPr>
              <a:t>Standardizes post-surgery care workflows</a:t>
            </a:r>
            <a:r>
              <a:rPr lang="en-US" sz="1800">
                <a:latin typeface="Corbel"/>
                <a:ea typeface="+mn-lt"/>
                <a:cs typeface="+mn-lt"/>
              </a:rPr>
              <a:t>.</a:t>
            </a:r>
            <a:endParaRPr lang="en-US" sz="1800">
              <a:solidFill>
                <a:srgbClr val="FFFFFF"/>
              </a:solidFill>
              <a:latin typeface="Corbel"/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800" dirty="0">
              <a:solidFill>
                <a:srgbClr val="FFFFFF"/>
              </a:solidFill>
              <a:latin typeface="Corbel"/>
              <a:ea typeface="+mn-lt"/>
              <a:cs typeface="+mn-lt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3FDE1686-8C52-4216-8F1E-E679435C6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76600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DA59-55A0-4EA5-B3E4-646D1D3B4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cap="all" dirty="0">
                <a:latin typeface="Corbel"/>
              </a:rPr>
              <a:t>Future Scope</a:t>
            </a:r>
            <a:endParaRPr lang="en-US" sz="3600" b="1">
              <a:latin typeface="Corbe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ABC42-7E22-4F59-A0B6-AD98B5CAE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482380"/>
            <a:ext cx="10515684" cy="812869"/>
          </a:xfrm>
        </p:spPr>
        <p:txBody>
          <a:bodyPr>
            <a:normAutofit/>
          </a:bodyPr>
          <a:lstStyle/>
          <a:p>
            <a:r>
              <a:rPr lang="en-US" b="0" dirty="0">
                <a:ea typeface="+mn-lt"/>
                <a:cs typeface="+mn-lt"/>
              </a:rPr>
              <a:t>Upcoming features to expand clinical automation, analytics, and integration for smarter recovery workflows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E9CB6C-6FF8-4B8C-9B41-2DDD39B25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858466"/>
            <a:ext cx="9786814" cy="36845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ea typeface="+mn-lt"/>
                <a:cs typeface="+mn-lt"/>
              </a:rPr>
              <a:t>AI complication prediction engine.</a:t>
            </a:r>
            <a:endParaRPr lang="en-US" dirty="0"/>
          </a:p>
          <a:p>
            <a:r>
              <a:rPr lang="en-US" sz="1800" dirty="0">
                <a:ea typeface="+mn-lt"/>
                <a:cs typeface="+mn-lt"/>
              </a:rPr>
              <a:t>Multi-specialty automated recovery pathways.</a:t>
            </a:r>
            <a:endParaRPr lang="en-US" dirty="0"/>
          </a:p>
          <a:p>
            <a:r>
              <a:rPr lang="en-US" sz="1800" dirty="0">
                <a:ea typeface="+mn-lt"/>
                <a:cs typeface="+mn-lt"/>
              </a:rPr>
              <a:t>Doctor outcome analytics platform.</a:t>
            </a:r>
            <a:endParaRPr lang="en-US" dirty="0"/>
          </a:p>
          <a:p>
            <a:r>
              <a:rPr lang="en-US" sz="1800" dirty="0">
                <a:ea typeface="+mn-lt"/>
                <a:cs typeface="+mn-lt"/>
              </a:rPr>
              <a:t>Digital dressing assistant module.</a:t>
            </a:r>
            <a:endParaRPr lang="en-US" dirty="0"/>
          </a:p>
          <a:p>
            <a:r>
              <a:rPr lang="en-US" sz="1800" dirty="0">
                <a:ea typeface="+mn-lt"/>
                <a:cs typeface="+mn-lt"/>
              </a:rPr>
              <a:t>Hospital EMR integration for smart discharge.</a:t>
            </a:r>
            <a:endParaRPr lang="en-US" dirty="0"/>
          </a:p>
          <a:p>
            <a:r>
              <a:rPr lang="en-US" sz="1800" dirty="0">
                <a:ea typeface="+mn-lt"/>
                <a:cs typeface="+mn-lt"/>
              </a:rPr>
              <a:t>AI-driven wound healing research tools.</a:t>
            </a:r>
            <a:endParaRPr lang="en-US" dirty="0"/>
          </a:p>
          <a:p>
            <a:endParaRPr lang="en-US" dirty="0">
              <a:latin typeface="Univers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403113AC-F8AE-4445-835E-44A422E28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45525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4E3E26E-714B-4B44-A67B-0189BC68D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0074"/>
            <a:ext cx="6928280" cy="1480296"/>
          </a:xfrm>
        </p:spPr>
        <p:txBody>
          <a:bodyPr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Monetizing Across Hospitals, Doctors and Patients</a:t>
            </a:r>
            <a:r>
              <a:rPr lang="en-US" dirty="0">
                <a:ea typeface="+mj-lt"/>
                <a:cs typeface="+mj-lt"/>
              </a:rPr>
              <a:t> </a:t>
            </a:r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6526616-F706-4249-9A7C-EA3985ED97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2814530"/>
            <a:ext cx="4984628" cy="3359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>
                <a:ea typeface="+mn-lt"/>
                <a:cs typeface="+mn-lt"/>
              </a:rPr>
              <a:t>B2B: Hospital subscriptions for monitoring &amp; dashboards. </a:t>
            </a:r>
            <a:endParaRPr lang="en-US"/>
          </a:p>
          <a:p>
            <a:pPr marL="285750" indent="-285750">
              <a:buChar char="•"/>
            </a:pPr>
            <a:r>
              <a:rPr lang="en-US">
                <a:ea typeface="+mn-lt"/>
                <a:cs typeface="+mn-lt"/>
              </a:rPr>
              <a:t>B2D: Doctor premium analytics and follow-up tools. </a:t>
            </a:r>
          </a:p>
          <a:p>
            <a:pPr marL="285750" indent="-285750">
              <a:buChar char="•"/>
            </a:pPr>
            <a:r>
              <a:rPr lang="en-US">
                <a:ea typeface="+mn-lt"/>
                <a:cs typeface="+mn-lt"/>
              </a:rPr>
              <a:t>B2C: Patient premium AI insights and recovery</a:t>
            </a:r>
            <a:endParaRPr lang="en-US"/>
          </a:p>
          <a:p>
            <a:pPr marL="285750" indent="-285750">
              <a:buChar char="•"/>
            </a:pPr>
            <a:r>
              <a:rPr lang="en-US">
                <a:ea typeface="+mn-lt"/>
                <a:cs typeface="+mn-lt"/>
              </a:rPr>
              <a:t>predictions. </a:t>
            </a:r>
            <a:endParaRPr lang="en-US"/>
          </a:p>
          <a:p>
            <a:pPr marL="285750" indent="-285750">
              <a:buChar char="•"/>
            </a:pPr>
            <a:r>
              <a:rPr lang="en-US">
                <a:ea typeface="+mn-lt"/>
                <a:cs typeface="+mn-lt"/>
              </a:rPr>
              <a:t>White-label customization for hospitals &amp; surgical centers. </a:t>
            </a:r>
          </a:p>
          <a:p>
            <a:pPr marL="285750" indent="-285750">
              <a:buChar char="•"/>
            </a:pPr>
            <a:r>
              <a:rPr lang="en-US">
                <a:ea typeface="+mn-lt"/>
                <a:cs typeface="+mn-lt"/>
              </a:rPr>
              <a:t>Enterprise EMR/API integration fees. </a:t>
            </a:r>
            <a:endParaRPr lang="en-US"/>
          </a:p>
        </p:txBody>
      </p:sp>
      <p:pic>
        <p:nvPicPr>
          <p:cNvPr id="6" name="Picture Placeholder 5" descr="Elderly Care Hospital Person Images | Free Photos, PNG Stickers ...">
            <a:extLst>
              <a:ext uri="{FF2B5EF4-FFF2-40B4-BE49-F238E27FC236}">
                <a16:creationId xmlns:a16="http://schemas.microsoft.com/office/drawing/2014/main" id="{51B3F075-2235-46AD-AC06-C2FE0E89D61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/>
          <a:stretch/>
        </p:blipFill>
        <p:spPr>
          <a:xfrm>
            <a:off x="7332144" y="2180557"/>
            <a:ext cx="4267645" cy="3881405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BE0C56-F728-48E3-899F-638D9647234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074839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4CDFAA45-882A-416F-A852-1A8343E4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908" y="894110"/>
            <a:ext cx="5181735" cy="253489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13" name="Picture Placeholder 12" descr="image - Free stock photo - Public Domain photo - CC0 Images">
            <a:extLst>
              <a:ext uri="{FF2B5EF4-FFF2-40B4-BE49-F238E27FC236}">
                <a16:creationId xmlns:a16="http://schemas.microsoft.com/office/drawing/2014/main" id="{0E3104C5-82CF-4912-8A3A-ABB23851C6B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/>
          <a:stretch/>
        </p:blipFill>
        <p:spPr>
          <a:xfrm>
            <a:off x="7130003" y="2301725"/>
            <a:ext cx="2184239" cy="1458892"/>
          </a:xfrm>
        </p:spPr>
      </p:pic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0C8862CB-9A0A-41E5-8057-4B024401518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/>
        </p:blipFill>
        <p:spPr>
          <a:xfrm>
            <a:off x="9325160" y="507282"/>
            <a:ext cx="2866840" cy="2142393"/>
          </a:xfrm>
        </p:spPr>
      </p:pic>
      <p:pic>
        <p:nvPicPr>
          <p:cNvPr id="24" name="Picture Placeholder 23" descr="A person in scrubs holding a tablet&#10;&#10;AI-generated content may be incorrect.">
            <a:extLst>
              <a:ext uri="{FF2B5EF4-FFF2-40B4-BE49-F238E27FC236}">
                <a16:creationId xmlns:a16="http://schemas.microsoft.com/office/drawing/2014/main" id="{BD683070-0B23-4933-B600-3DFACAE5568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rcRect/>
          <a:stretch/>
        </p:blipFill>
        <p:spPr>
          <a:xfrm>
            <a:off x="8465227" y="3888371"/>
            <a:ext cx="3726773" cy="2967675"/>
          </a:xfr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A701E3E3-1EDC-4514-BE7A-4D0037F76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40FC791-DFC4-4331-9510-C1DC42A8D2F0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28391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3A5D3A3-379F-4885-9B8F-586D59BB1A84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E3D3B2D6-6B1C-4F64-807F-0FF223861F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5580B19-6BDD-4CE4-B66E-A7A0D928F6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_GradientVTI</Template>
  <TotalTime>0</TotalTime>
  <Words>531</Words>
  <Application>Microsoft Office PowerPoint</Application>
  <PresentationFormat>Widescreen</PresentationFormat>
  <Paragraphs>109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GradientVTI</vt:lpstr>
      <vt:lpstr>DharaMitra: Revolutionizing post- surgery care with AI </vt:lpstr>
      <vt:lpstr>Critical Gaps in Post-Surgery Care for Patients and Doctors </vt:lpstr>
      <vt:lpstr>Key features that detect risks early, simplify care, and guide recovery </vt:lpstr>
      <vt:lpstr>Daily recovery dashboard with guided instructions.  Alerts and reminders for tasks, meds, and risk signs. </vt:lpstr>
      <vt:lpstr>Clean, simplified discharge summaries. </vt:lpstr>
      <vt:lpstr>AI-based wound photo analysis for early issue detection.  Healing timeline with visual wound progression. </vt:lpstr>
      <vt:lpstr>Healthcare Impact </vt:lpstr>
      <vt:lpstr>PowerPoint Presentation</vt:lpstr>
      <vt:lpstr>Future Scope</vt:lpstr>
      <vt:lpstr>Monetizing Across Hospitals, Doctors and Patients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152</cp:revision>
  <dcterms:created xsi:type="dcterms:W3CDTF">2025-11-14T14:55:10Z</dcterms:created>
  <dcterms:modified xsi:type="dcterms:W3CDTF">2025-11-14T15:25:23Z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